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0" r:id="rId1"/>
  </p:sldMasterIdLst>
  <p:notesMasterIdLst>
    <p:notesMasterId r:id="rId22"/>
  </p:notesMasterIdLst>
  <p:sldIdLst>
    <p:sldId id="256" r:id="rId2"/>
    <p:sldId id="258" r:id="rId3"/>
    <p:sldId id="306" r:id="rId4"/>
    <p:sldId id="310" r:id="rId5"/>
    <p:sldId id="264" r:id="rId6"/>
    <p:sldId id="319" r:id="rId7"/>
    <p:sldId id="274" r:id="rId8"/>
    <p:sldId id="307" r:id="rId9"/>
    <p:sldId id="263" r:id="rId10"/>
    <p:sldId id="268" r:id="rId11"/>
    <p:sldId id="269" r:id="rId12"/>
    <p:sldId id="312" r:id="rId13"/>
    <p:sldId id="266" r:id="rId14"/>
    <p:sldId id="308" r:id="rId15"/>
    <p:sldId id="311" r:id="rId16"/>
    <p:sldId id="313" r:id="rId17"/>
    <p:sldId id="309" r:id="rId18"/>
    <p:sldId id="262" r:id="rId19"/>
    <p:sldId id="317" r:id="rId20"/>
    <p:sldId id="267" r:id="rId21"/>
  </p:sldIdLst>
  <p:sldSz cx="9144000" cy="5143500" type="screen16x9"/>
  <p:notesSz cx="6858000" cy="9144000"/>
  <p:embeddedFontLst>
    <p:embeddedFont>
      <p:font typeface="Anaheim" panose="020B0604020202020204" charset="0"/>
      <p:regular r:id="rId23"/>
      <p:bold r:id="rId24"/>
    </p:embeddedFont>
    <p:embeddedFont>
      <p:font typeface="Bebas Neue" panose="020B0606020202050201" pitchFamily="34" charset="0"/>
      <p:regular r:id="rId25"/>
    </p:embeddedFont>
    <p:embeddedFont>
      <p:font typeface="Montserrat" panose="00000500000000000000" pitchFamily="2" charset="0"/>
      <p:regular r:id="rId26"/>
      <p:bold r:id="rId27"/>
      <p:italic r:id="rId28"/>
      <p:boldItalic r:id="rId29"/>
    </p:embeddedFont>
    <p:embeddedFont>
      <p:font typeface="Montserrat Black" panose="00000A00000000000000" pitchFamily="2" charset="0"/>
      <p:bold r:id="rId30"/>
      <p:boldItalic r:id="rId31"/>
    </p:embeddedFont>
    <p:embeddedFont>
      <p:font typeface="PT Sans" panose="020B0503020203020204" pitchFamily="34" charset="0"/>
      <p:regular r:id="rId32"/>
      <p:bold r:id="rId33"/>
      <p:italic r:id="rId34"/>
      <p:boldItalic r:id="rId3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1508446-8F3F-412B-A632-81536700A975}">
  <a:tblStyle styleId="{01508446-8F3F-412B-A632-81536700A97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084" autoAdjust="0"/>
    <p:restoredTop sz="94660"/>
  </p:normalViewPr>
  <p:slideViewPr>
    <p:cSldViewPr snapToGrid="0">
      <p:cViewPr varScale="1">
        <p:scale>
          <a:sx n="155" d="100"/>
          <a:sy n="155" d="100"/>
        </p:scale>
        <p:origin x="1230" y="1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font" Target="fonts/font1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font" Target="fonts/font11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font" Target="fonts/font10.fntdata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font" Target="fonts/font13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6" name="Google Shape;1236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7" name="Google Shape;1237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0" name="Google Shape;1270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1" name="Google Shape;1271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9">
          <a:extLst>
            <a:ext uri="{FF2B5EF4-FFF2-40B4-BE49-F238E27FC236}">
              <a16:creationId xmlns:a16="http://schemas.microsoft.com/office/drawing/2014/main" id="{5E561FC3-C130-266D-179C-412C4620FA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0" name="Google Shape;1380;g54dda1946d_6_308:notes">
            <a:extLst>
              <a:ext uri="{FF2B5EF4-FFF2-40B4-BE49-F238E27FC236}">
                <a16:creationId xmlns:a16="http://schemas.microsoft.com/office/drawing/2014/main" id="{12B7B416-C105-7845-0B03-7C651258D8E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1" name="Google Shape;1381;g54dda1946d_6_308:notes">
            <a:extLst>
              <a:ext uri="{FF2B5EF4-FFF2-40B4-BE49-F238E27FC236}">
                <a16:creationId xmlns:a16="http://schemas.microsoft.com/office/drawing/2014/main" id="{B434A91B-F2A0-DF5A-773E-F55B542E1D2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513266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8">
          <a:extLst>
            <a:ext uri="{FF2B5EF4-FFF2-40B4-BE49-F238E27FC236}">
              <a16:creationId xmlns:a16="http://schemas.microsoft.com/office/drawing/2014/main" id="{6BCEA240-D371-D34A-685C-A1FB09155D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9" name="Google Shape;1419;g1734a882cf6_0_153:notes">
            <a:extLst>
              <a:ext uri="{FF2B5EF4-FFF2-40B4-BE49-F238E27FC236}">
                <a16:creationId xmlns:a16="http://schemas.microsoft.com/office/drawing/2014/main" id="{687CE68D-1951-0097-98A9-2B9DD4B0056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0" name="Google Shape;1420;g1734a882cf6_0_153:notes">
            <a:extLst>
              <a:ext uri="{FF2B5EF4-FFF2-40B4-BE49-F238E27FC236}">
                <a16:creationId xmlns:a16="http://schemas.microsoft.com/office/drawing/2014/main" id="{E4C6D415-CEF6-1F62-88C7-A95001D0AB4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093778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0" name="Google Shape;1440;g1734a882cf6_0_2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1" name="Google Shape;1441;g1734a882cf6_0_2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0">
          <a:extLst>
            <a:ext uri="{FF2B5EF4-FFF2-40B4-BE49-F238E27FC236}">
              <a16:creationId xmlns:a16="http://schemas.microsoft.com/office/drawing/2014/main" id="{23D9976F-853C-10A4-E1AC-3CC8564F19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1" name="Google Shape;1401;g1734a882cf6_0_1566:notes">
            <a:extLst>
              <a:ext uri="{FF2B5EF4-FFF2-40B4-BE49-F238E27FC236}">
                <a16:creationId xmlns:a16="http://schemas.microsoft.com/office/drawing/2014/main" id="{03D58E86-1BFF-1645-61E5-6BE06154F13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2" name="Google Shape;1402;g1734a882cf6_0_1566:notes">
            <a:extLst>
              <a:ext uri="{FF2B5EF4-FFF2-40B4-BE49-F238E27FC236}">
                <a16:creationId xmlns:a16="http://schemas.microsoft.com/office/drawing/2014/main" id="{99AAFE90-AE9E-0B1E-7955-FDC18195F09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484102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6" name="Google Shape;1866;g1734a882cf6_0_5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7" name="Google Shape;1867;g1734a882cf6_0_5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9">
          <a:extLst>
            <a:ext uri="{FF2B5EF4-FFF2-40B4-BE49-F238E27FC236}">
              <a16:creationId xmlns:a16="http://schemas.microsoft.com/office/drawing/2014/main" id="{9C384032-EBAF-1038-841C-03A860AC3E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0" name="Google Shape;1380;g54dda1946d_6_308:notes">
            <a:extLst>
              <a:ext uri="{FF2B5EF4-FFF2-40B4-BE49-F238E27FC236}">
                <a16:creationId xmlns:a16="http://schemas.microsoft.com/office/drawing/2014/main" id="{CFCA5A07-6C1B-699B-3B19-3D041210DB3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1" name="Google Shape;1381;g54dda1946d_6_308:notes">
            <a:extLst>
              <a:ext uri="{FF2B5EF4-FFF2-40B4-BE49-F238E27FC236}">
                <a16:creationId xmlns:a16="http://schemas.microsoft.com/office/drawing/2014/main" id="{FEE4446B-CA2E-AFD0-4A3E-37A0B11F7C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936009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9" name="Google Shape;1419;g1734a882cf6_0_1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0" name="Google Shape;1420;g1734a882cf6_0_1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2" name="Google Shape;1612;g1734a882cf6_0_8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3" name="Google Shape;1613;g1734a882cf6_0_8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5" name="Google Shape;1635;g1734a882cf6_0_8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6" name="Google Shape;1636;g1734a882cf6_0_8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3">
          <a:extLst>
            <a:ext uri="{FF2B5EF4-FFF2-40B4-BE49-F238E27FC236}">
              <a16:creationId xmlns:a16="http://schemas.microsoft.com/office/drawing/2014/main" id="{F9A6F7C5-060D-CAF3-8DBA-3DC43D8C5C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4" name="Google Shape;1544;g1734a882cf6_0_316:notes">
            <a:extLst>
              <a:ext uri="{FF2B5EF4-FFF2-40B4-BE49-F238E27FC236}">
                <a16:creationId xmlns:a16="http://schemas.microsoft.com/office/drawing/2014/main" id="{8377F453-01AA-6F01-B24B-DD2BA9A239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5" name="Google Shape;1545;g1734a882cf6_0_316:notes">
            <a:extLst>
              <a:ext uri="{FF2B5EF4-FFF2-40B4-BE49-F238E27FC236}">
                <a16:creationId xmlns:a16="http://schemas.microsoft.com/office/drawing/2014/main" id="{E2B7EE0C-C31B-36F0-4BD8-6C496AD8700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8528884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4" name="Google Shape;1544;g1734a882cf6_0_3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5" name="Google Shape;1545;g1734a882cf6_0_3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9">
          <a:extLst>
            <a:ext uri="{FF2B5EF4-FFF2-40B4-BE49-F238E27FC236}">
              <a16:creationId xmlns:a16="http://schemas.microsoft.com/office/drawing/2014/main" id="{65E0AE3D-FC58-E328-8394-54BB907CE3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0" name="Google Shape;1380;g54dda1946d_6_308:notes">
            <a:extLst>
              <a:ext uri="{FF2B5EF4-FFF2-40B4-BE49-F238E27FC236}">
                <a16:creationId xmlns:a16="http://schemas.microsoft.com/office/drawing/2014/main" id="{A0D7E01E-179E-C8C8-2811-B5AE2C5AE48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1" name="Google Shape;1381;g54dda1946d_6_308:notes">
            <a:extLst>
              <a:ext uri="{FF2B5EF4-FFF2-40B4-BE49-F238E27FC236}">
                <a16:creationId xmlns:a16="http://schemas.microsoft.com/office/drawing/2014/main" id="{14F07081-214A-6381-64A7-60C502515DA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4690215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8">
          <a:extLst>
            <a:ext uri="{FF2B5EF4-FFF2-40B4-BE49-F238E27FC236}">
              <a16:creationId xmlns:a16="http://schemas.microsoft.com/office/drawing/2014/main" id="{9483DDC8-5DFA-390E-4758-F7BE89CDF5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9" name="Google Shape;1419;g1734a882cf6_0_153:notes">
            <a:extLst>
              <a:ext uri="{FF2B5EF4-FFF2-40B4-BE49-F238E27FC236}">
                <a16:creationId xmlns:a16="http://schemas.microsoft.com/office/drawing/2014/main" id="{2AD171B4-DC2A-4D56-3602-D5E92ABC569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0" name="Google Shape;1420;g1734a882cf6_0_153:notes">
            <a:extLst>
              <a:ext uri="{FF2B5EF4-FFF2-40B4-BE49-F238E27FC236}">
                <a16:creationId xmlns:a16="http://schemas.microsoft.com/office/drawing/2014/main" id="{C405E56C-447B-258C-0914-3338A728E8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5533694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3">
          <a:extLst>
            <a:ext uri="{FF2B5EF4-FFF2-40B4-BE49-F238E27FC236}">
              <a16:creationId xmlns:a16="http://schemas.microsoft.com/office/drawing/2014/main" id="{B3AD26F0-319A-B798-AD46-CB542141CF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4" name="Google Shape;1544;g1734a882cf6_0_316:notes">
            <a:extLst>
              <a:ext uri="{FF2B5EF4-FFF2-40B4-BE49-F238E27FC236}">
                <a16:creationId xmlns:a16="http://schemas.microsoft.com/office/drawing/2014/main" id="{26550F12-4C04-7705-D1CC-153A1BFAF62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5" name="Google Shape;1545;g1734a882cf6_0_316:notes">
            <a:extLst>
              <a:ext uri="{FF2B5EF4-FFF2-40B4-BE49-F238E27FC236}">
                <a16:creationId xmlns:a16="http://schemas.microsoft.com/office/drawing/2014/main" id="{2EC585AC-9C06-2AA3-978A-AC2589A078F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1827358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9">
          <a:extLst>
            <a:ext uri="{FF2B5EF4-FFF2-40B4-BE49-F238E27FC236}">
              <a16:creationId xmlns:a16="http://schemas.microsoft.com/office/drawing/2014/main" id="{9B0F869B-9DDD-C2AB-8612-D50AF1C314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0" name="Google Shape;1380;g54dda1946d_6_308:notes">
            <a:extLst>
              <a:ext uri="{FF2B5EF4-FFF2-40B4-BE49-F238E27FC236}">
                <a16:creationId xmlns:a16="http://schemas.microsoft.com/office/drawing/2014/main" id="{6B84BF9A-5905-0EC6-1DC0-FB414048722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1" name="Google Shape;1381;g54dda1946d_6_308:notes">
            <a:extLst>
              <a:ext uri="{FF2B5EF4-FFF2-40B4-BE49-F238E27FC236}">
                <a16:creationId xmlns:a16="http://schemas.microsoft.com/office/drawing/2014/main" id="{9848FFC2-4AC4-8B4F-67B9-EA024D377A3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0372301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1" name="Google Shape;1401;g1734a882cf6_0_15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2" name="Google Shape;1402;g1734a882cf6_0_15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1">
          <a:extLst>
            <a:ext uri="{FF2B5EF4-FFF2-40B4-BE49-F238E27FC236}">
              <a16:creationId xmlns:a16="http://schemas.microsoft.com/office/drawing/2014/main" id="{A9ADB500-4474-3FD1-C04B-6AC53B1927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2" name="Google Shape;1612;g1734a882cf6_0_811:notes">
            <a:extLst>
              <a:ext uri="{FF2B5EF4-FFF2-40B4-BE49-F238E27FC236}">
                <a16:creationId xmlns:a16="http://schemas.microsoft.com/office/drawing/2014/main" id="{344288D2-CB81-FC1E-0FE5-364AB14128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3" name="Google Shape;1613;g1734a882cf6_0_811:notes">
            <a:extLst>
              <a:ext uri="{FF2B5EF4-FFF2-40B4-BE49-F238E27FC236}">
                <a16:creationId xmlns:a16="http://schemas.microsoft.com/office/drawing/2014/main" id="{AF83C903-DF76-254F-C71B-2519B12902F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3646483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3" name="Google Shape;1593;g1734a882cf6_0_8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4" name="Google Shape;1594;g1734a882cf6_0_8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13225" y="1256688"/>
            <a:ext cx="7033800" cy="2193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96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713225" y="3521113"/>
            <a:ext cx="4528800" cy="36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5584830" y="3016700"/>
            <a:ext cx="5036265" cy="4113315"/>
            <a:chOff x="4780389" y="2513201"/>
            <a:chExt cx="5036265" cy="4113315"/>
          </a:xfrm>
        </p:grpSpPr>
        <p:grpSp>
          <p:nvGrpSpPr>
            <p:cNvPr id="12" name="Google Shape;12;p2"/>
            <p:cNvGrpSpPr/>
            <p:nvPr/>
          </p:nvGrpSpPr>
          <p:grpSpPr>
            <a:xfrm>
              <a:off x="4780389" y="2513201"/>
              <a:ext cx="5036265" cy="4113315"/>
              <a:chOff x="4673664" y="2214101"/>
              <a:chExt cx="5036265" cy="4113315"/>
            </a:xfrm>
          </p:grpSpPr>
          <p:sp>
            <p:nvSpPr>
              <p:cNvPr id="13" name="Google Shape;13;p2"/>
              <p:cNvSpPr/>
              <p:nvPr/>
            </p:nvSpPr>
            <p:spPr>
              <a:xfrm rot="157512">
                <a:off x="9047033" y="4559649"/>
                <a:ext cx="57072" cy="57047"/>
              </a:xfrm>
              <a:custGeom>
                <a:avLst/>
                <a:gdLst/>
                <a:ahLst/>
                <a:cxnLst/>
                <a:rect l="l" t="t" r="r" b="b"/>
                <a:pathLst>
                  <a:path w="2283" h="2282" extrusionOk="0">
                    <a:moveTo>
                      <a:pt x="1141" y="1"/>
                    </a:moveTo>
                    <a:cubicBezTo>
                      <a:pt x="511" y="1"/>
                      <a:pt x="0" y="512"/>
                      <a:pt x="0" y="1142"/>
                    </a:cubicBezTo>
                    <a:cubicBezTo>
                      <a:pt x="0" y="1771"/>
                      <a:pt x="511" y="2282"/>
                      <a:pt x="1141" y="2282"/>
                    </a:cubicBezTo>
                    <a:cubicBezTo>
                      <a:pt x="1771" y="2282"/>
                      <a:pt x="2282" y="1771"/>
                      <a:pt x="2282" y="1142"/>
                    </a:cubicBezTo>
                    <a:cubicBezTo>
                      <a:pt x="2282" y="512"/>
                      <a:pt x="1771" y="1"/>
                      <a:pt x="11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4" name="Google Shape;14;p2"/>
              <p:cNvGrpSpPr/>
              <p:nvPr/>
            </p:nvGrpSpPr>
            <p:grpSpPr>
              <a:xfrm>
                <a:off x="4673664" y="2214101"/>
                <a:ext cx="5036265" cy="4113315"/>
                <a:chOff x="4673664" y="2214101"/>
                <a:chExt cx="5036265" cy="4113315"/>
              </a:xfrm>
            </p:grpSpPr>
            <p:grpSp>
              <p:nvGrpSpPr>
                <p:cNvPr id="15" name="Google Shape;15;p2"/>
                <p:cNvGrpSpPr/>
                <p:nvPr/>
              </p:nvGrpSpPr>
              <p:grpSpPr>
                <a:xfrm>
                  <a:off x="4673664" y="2214101"/>
                  <a:ext cx="5036265" cy="4113315"/>
                  <a:chOff x="3825164" y="427026"/>
                  <a:chExt cx="5036265" cy="4113315"/>
                </a:xfrm>
              </p:grpSpPr>
              <p:sp>
                <p:nvSpPr>
                  <p:cNvPr id="16" name="Google Shape;16;p2"/>
                  <p:cNvSpPr/>
                  <p:nvPr/>
                </p:nvSpPr>
                <p:spPr>
                  <a:xfrm rot="157512">
                    <a:off x="6915828" y="473247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7" name="Google Shape;17;p2"/>
                  <p:cNvSpPr/>
                  <p:nvPr/>
                </p:nvSpPr>
                <p:spPr>
                  <a:xfrm rot="157512">
                    <a:off x="7541687" y="457392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8" name="Google Shape;18;p2"/>
                  <p:cNvSpPr/>
                  <p:nvPr/>
                </p:nvSpPr>
                <p:spPr>
                  <a:xfrm rot="157512">
                    <a:off x="8167572" y="441537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9" name="Google Shape;19;p2"/>
                  <p:cNvSpPr/>
                  <p:nvPr/>
                </p:nvSpPr>
                <p:spPr>
                  <a:xfrm rot="157512">
                    <a:off x="7242491" y="100735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5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0" name="Google Shape;20;p2"/>
                  <p:cNvSpPr/>
                  <p:nvPr/>
                </p:nvSpPr>
                <p:spPr>
                  <a:xfrm rot="157512">
                    <a:off x="7868375" y="991501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1" name="Google Shape;21;p2"/>
                  <p:cNvSpPr/>
                  <p:nvPr/>
                </p:nvSpPr>
                <p:spPr>
                  <a:xfrm rot="157512">
                    <a:off x="6943294" y="1557320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5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2" name="Google Shape;22;p2"/>
                  <p:cNvSpPr/>
                  <p:nvPr/>
                </p:nvSpPr>
                <p:spPr>
                  <a:xfrm rot="157512">
                    <a:off x="7569154" y="1541466"/>
                    <a:ext cx="650217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4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3" name="Google Shape;23;p2"/>
                  <p:cNvSpPr/>
                  <p:nvPr/>
                </p:nvSpPr>
                <p:spPr>
                  <a:xfrm rot="157512">
                    <a:off x="8195039" y="1525586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" name="Google Shape;24;p2"/>
                  <p:cNvSpPr/>
                  <p:nvPr/>
                </p:nvSpPr>
                <p:spPr>
                  <a:xfrm rot="157512">
                    <a:off x="4140535" y="2170703"/>
                    <a:ext cx="65021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0"/>
                        </a:lnTo>
                        <a:lnTo>
                          <a:pt x="1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5" name="Google Shape;25;p2"/>
                  <p:cNvSpPr/>
                  <p:nvPr/>
                </p:nvSpPr>
                <p:spPr>
                  <a:xfrm rot="157512">
                    <a:off x="4766419" y="215484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1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4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" name="Google Shape;26;p2"/>
                  <p:cNvSpPr/>
                  <p:nvPr/>
                </p:nvSpPr>
                <p:spPr>
                  <a:xfrm rot="157512">
                    <a:off x="5392303" y="2138993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" name="Google Shape;27;p2"/>
                  <p:cNvSpPr/>
                  <p:nvPr/>
                </p:nvSpPr>
                <p:spPr>
                  <a:xfrm rot="157512">
                    <a:off x="6018188" y="2123139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8" name="Google Shape;28;p2"/>
                  <p:cNvSpPr/>
                  <p:nvPr/>
                </p:nvSpPr>
                <p:spPr>
                  <a:xfrm rot="157512">
                    <a:off x="6644073" y="2107259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8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9" name="Google Shape;29;p2"/>
                  <p:cNvSpPr/>
                  <p:nvPr/>
                </p:nvSpPr>
                <p:spPr>
                  <a:xfrm rot="157512">
                    <a:off x="7269957" y="2091430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0" name="Google Shape;30;p2"/>
                  <p:cNvSpPr/>
                  <p:nvPr/>
                </p:nvSpPr>
                <p:spPr>
                  <a:xfrm rot="157512">
                    <a:off x="7895842" y="2075550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9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1" name="Google Shape;31;p2"/>
                  <p:cNvSpPr/>
                  <p:nvPr/>
                </p:nvSpPr>
                <p:spPr>
                  <a:xfrm rot="157512">
                    <a:off x="3841337" y="272066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5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2" name="Google Shape;32;p2"/>
                  <p:cNvSpPr/>
                  <p:nvPr/>
                </p:nvSpPr>
                <p:spPr>
                  <a:xfrm rot="157512">
                    <a:off x="4467198" y="2704787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3"/>
                        </a:lnTo>
                        <a:lnTo>
                          <a:pt x="1030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3" name="Google Shape;33;p2"/>
                  <p:cNvSpPr/>
                  <p:nvPr/>
                </p:nvSpPr>
                <p:spPr>
                  <a:xfrm rot="157512">
                    <a:off x="5093107" y="268895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4" name="Google Shape;34;p2"/>
                  <p:cNvSpPr/>
                  <p:nvPr/>
                </p:nvSpPr>
                <p:spPr>
                  <a:xfrm rot="157512">
                    <a:off x="5718992" y="2673103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5" name="Google Shape;35;p2"/>
                  <p:cNvSpPr/>
                  <p:nvPr/>
                </p:nvSpPr>
                <p:spPr>
                  <a:xfrm rot="157512">
                    <a:off x="6344876" y="2657223"/>
                    <a:ext cx="65016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5" y="1"/>
                        </a:lnTo>
                        <a:lnTo>
                          <a:pt x="0" y="8103"/>
                        </a:lnTo>
                        <a:lnTo>
                          <a:pt x="1028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6" name="Google Shape;36;p2"/>
                  <p:cNvSpPr/>
                  <p:nvPr/>
                </p:nvSpPr>
                <p:spPr>
                  <a:xfrm rot="157512">
                    <a:off x="6970736" y="2641369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7" name="Google Shape;37;p2"/>
                  <p:cNvSpPr/>
                  <p:nvPr/>
                </p:nvSpPr>
                <p:spPr>
                  <a:xfrm rot="157512">
                    <a:off x="4168001" y="3254751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4"/>
                        </a:moveTo>
                        <a:lnTo>
                          <a:pt x="24980" y="6322"/>
                        </a:lnTo>
                        <a:lnTo>
                          <a:pt x="11977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8" name="Google Shape;38;p2"/>
                  <p:cNvSpPr/>
                  <p:nvPr/>
                </p:nvSpPr>
                <p:spPr>
                  <a:xfrm rot="157512">
                    <a:off x="4793885" y="3238896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7" y="0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9" name="Google Shape;39;p2"/>
                  <p:cNvSpPr/>
                  <p:nvPr/>
                </p:nvSpPr>
                <p:spPr>
                  <a:xfrm rot="157512">
                    <a:off x="5419770" y="3223067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1" y="6320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0" name="Google Shape;40;p2"/>
                  <p:cNvSpPr/>
                  <p:nvPr/>
                </p:nvSpPr>
                <p:spPr>
                  <a:xfrm rot="157512">
                    <a:off x="6045654" y="320718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1" name="Google Shape;41;p2"/>
                  <p:cNvSpPr/>
                  <p:nvPr/>
                </p:nvSpPr>
                <p:spPr>
                  <a:xfrm rot="157512">
                    <a:off x="3868779" y="3804714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4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2"/>
                        </a:lnTo>
                        <a:lnTo>
                          <a:pt x="1030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2" name="Google Shape;42;p2"/>
                  <p:cNvSpPr/>
                  <p:nvPr/>
                </p:nvSpPr>
                <p:spPr>
                  <a:xfrm rot="157512">
                    <a:off x="4494689" y="3788860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3" name="Google Shape;43;p2"/>
                  <p:cNvSpPr/>
                  <p:nvPr/>
                </p:nvSpPr>
                <p:spPr>
                  <a:xfrm rot="157512">
                    <a:off x="5120574" y="377300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44" name="Google Shape;44;p2"/>
                <p:cNvSpPr/>
                <p:nvPr/>
              </p:nvSpPr>
              <p:spPr>
                <a:xfrm rot="157512">
                  <a:off x="6228998" y="4446717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1"/>
                        <a:pt x="1142" y="2281"/>
                      </a:cubicBezTo>
                      <a:cubicBezTo>
                        <a:pt x="1772" y="2281"/>
                        <a:pt x="2283" y="1772"/>
                        <a:pt x="2283" y="1141"/>
                      </a:cubicBezTo>
                      <a:cubicBezTo>
                        <a:pt x="2283" y="511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" name="Google Shape;45;p2"/>
                <p:cNvSpPr/>
                <p:nvPr/>
              </p:nvSpPr>
              <p:spPr>
                <a:xfrm rot="157512">
                  <a:off x="9351770" y="4005108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1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2"/>
                        <a:pt x="511" y="2282"/>
                        <a:pt x="1141" y="2282"/>
                      </a:cubicBezTo>
                      <a:cubicBezTo>
                        <a:pt x="1771" y="2282"/>
                        <a:pt x="2281" y="1772"/>
                        <a:pt x="2281" y="1141"/>
                      </a:cubicBezTo>
                      <a:cubicBezTo>
                        <a:pt x="2281" y="511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" name="Google Shape;46;p2"/>
                <p:cNvSpPr/>
                <p:nvPr/>
              </p:nvSpPr>
              <p:spPr>
                <a:xfrm rot="157512">
                  <a:off x="8403706" y="3847890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7" name="Google Shape;47;p2"/>
                <p:cNvSpPr/>
                <p:nvPr/>
              </p:nvSpPr>
              <p:spPr>
                <a:xfrm rot="157512">
                  <a:off x="8124633" y="5115580"/>
                  <a:ext cx="57047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2" extrusionOk="0">
                      <a:moveTo>
                        <a:pt x="1140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1"/>
                        <a:pt x="510" y="2281"/>
                        <a:pt x="1140" y="2281"/>
                      </a:cubicBezTo>
                      <a:cubicBezTo>
                        <a:pt x="1771" y="2281"/>
                        <a:pt x="2281" y="1771"/>
                        <a:pt x="2281" y="1141"/>
                      </a:cubicBezTo>
                      <a:cubicBezTo>
                        <a:pt x="2281" y="511"/>
                        <a:pt x="1771" y="0"/>
                        <a:pt x="114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8" name="Google Shape;48;p2"/>
                <p:cNvSpPr/>
                <p:nvPr/>
              </p:nvSpPr>
              <p:spPr>
                <a:xfrm rot="157512">
                  <a:off x="6574005" y="5703526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9" name="Google Shape;49;p2"/>
                <p:cNvSpPr/>
                <p:nvPr/>
              </p:nvSpPr>
              <p:spPr>
                <a:xfrm rot="157512">
                  <a:off x="5957267" y="6080755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0"/>
                      </a:moveTo>
                      <a:cubicBezTo>
                        <a:pt x="511" y="0"/>
                        <a:pt x="0" y="510"/>
                        <a:pt x="0" y="1140"/>
                      </a:cubicBezTo>
                      <a:cubicBezTo>
                        <a:pt x="0" y="1770"/>
                        <a:pt x="511" y="2281"/>
                        <a:pt x="1141" y="2281"/>
                      </a:cubicBezTo>
                      <a:cubicBezTo>
                        <a:pt x="1771" y="2281"/>
                        <a:pt x="2282" y="1770"/>
                        <a:pt x="2282" y="1140"/>
                      </a:cubicBezTo>
                      <a:cubicBezTo>
                        <a:pt x="2282" y="510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0" name="Google Shape;50;p2"/>
                <p:cNvSpPr/>
                <p:nvPr/>
              </p:nvSpPr>
              <p:spPr>
                <a:xfrm rot="157512">
                  <a:off x="5929801" y="4996682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1" y="0"/>
                        <a:pt x="1" y="510"/>
                        <a:pt x="1" y="1140"/>
                      </a:cubicBezTo>
                      <a:cubicBezTo>
                        <a:pt x="1" y="1771"/>
                        <a:pt x="511" y="2281"/>
                        <a:pt x="1142" y="2281"/>
                      </a:cubicBezTo>
                      <a:cubicBezTo>
                        <a:pt x="1772" y="2281"/>
                        <a:pt x="2283" y="1771"/>
                        <a:pt x="2283" y="1140"/>
                      </a:cubicBezTo>
                      <a:cubicBezTo>
                        <a:pt x="2283" y="510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1" name="Google Shape;51;p2"/>
                <p:cNvSpPr/>
                <p:nvPr/>
              </p:nvSpPr>
              <p:spPr>
                <a:xfrm rot="157512">
                  <a:off x="9015730" y="3465389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2"/>
                        <a:pt x="1142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52" name="Google Shape;52;p2"/>
            <p:cNvSpPr/>
            <p:nvPr/>
          </p:nvSpPr>
          <p:spPr>
            <a:xfrm rot="157512">
              <a:off x="8799542" y="3225845"/>
              <a:ext cx="57022" cy="57072"/>
            </a:xfrm>
            <a:custGeom>
              <a:avLst/>
              <a:gdLst/>
              <a:ahLst/>
              <a:cxnLst/>
              <a:rect l="l" t="t" r="r" b="b"/>
              <a:pathLst>
                <a:path w="2281" h="2283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2"/>
            <p:cNvSpPr/>
            <p:nvPr/>
          </p:nvSpPr>
          <p:spPr>
            <a:xfrm rot="157512">
              <a:off x="5710335" y="4761896"/>
              <a:ext cx="57072" cy="57072"/>
            </a:xfrm>
            <a:custGeom>
              <a:avLst/>
              <a:gdLst/>
              <a:ahLst/>
              <a:cxnLst/>
              <a:rect l="l" t="t" r="r" b="b"/>
              <a:pathLst>
                <a:path w="2283" h="2283" extrusionOk="0">
                  <a:moveTo>
                    <a:pt x="1141" y="1"/>
                  </a:moveTo>
                  <a:cubicBezTo>
                    <a:pt x="511" y="1"/>
                    <a:pt x="0" y="511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2" y="1772"/>
                    <a:pt x="2282" y="1142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2"/>
            <p:cNvSpPr/>
            <p:nvPr/>
          </p:nvSpPr>
          <p:spPr>
            <a:xfrm rot="157512">
              <a:off x="7885492" y="4168682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1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2" y="2281"/>
                    <a:pt x="2281" y="1770"/>
                    <a:pt x="2281" y="1141"/>
                  </a:cubicBezTo>
                  <a:cubicBezTo>
                    <a:pt x="2281" y="511"/>
                    <a:pt x="1772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5" name="Google Shape;55;p2"/>
          <p:cNvGrpSpPr/>
          <p:nvPr/>
        </p:nvGrpSpPr>
        <p:grpSpPr>
          <a:xfrm>
            <a:off x="-3382536" y="-1517162"/>
            <a:ext cx="5036265" cy="4113315"/>
            <a:chOff x="4780389" y="2513201"/>
            <a:chExt cx="5036265" cy="4113315"/>
          </a:xfrm>
        </p:grpSpPr>
        <p:grpSp>
          <p:nvGrpSpPr>
            <p:cNvPr id="56" name="Google Shape;56;p2"/>
            <p:cNvGrpSpPr/>
            <p:nvPr/>
          </p:nvGrpSpPr>
          <p:grpSpPr>
            <a:xfrm>
              <a:off x="4780389" y="2513201"/>
              <a:ext cx="5036265" cy="4113315"/>
              <a:chOff x="4673664" y="2214101"/>
              <a:chExt cx="5036265" cy="4113315"/>
            </a:xfrm>
          </p:grpSpPr>
          <p:sp>
            <p:nvSpPr>
              <p:cNvPr id="57" name="Google Shape;57;p2"/>
              <p:cNvSpPr/>
              <p:nvPr/>
            </p:nvSpPr>
            <p:spPr>
              <a:xfrm rot="157512">
                <a:off x="9047033" y="4559649"/>
                <a:ext cx="57072" cy="57047"/>
              </a:xfrm>
              <a:custGeom>
                <a:avLst/>
                <a:gdLst/>
                <a:ahLst/>
                <a:cxnLst/>
                <a:rect l="l" t="t" r="r" b="b"/>
                <a:pathLst>
                  <a:path w="2283" h="2282" extrusionOk="0">
                    <a:moveTo>
                      <a:pt x="1141" y="1"/>
                    </a:moveTo>
                    <a:cubicBezTo>
                      <a:pt x="511" y="1"/>
                      <a:pt x="0" y="512"/>
                      <a:pt x="0" y="1142"/>
                    </a:cubicBezTo>
                    <a:cubicBezTo>
                      <a:pt x="0" y="1771"/>
                      <a:pt x="511" y="2282"/>
                      <a:pt x="1141" y="2282"/>
                    </a:cubicBezTo>
                    <a:cubicBezTo>
                      <a:pt x="1771" y="2282"/>
                      <a:pt x="2282" y="1771"/>
                      <a:pt x="2282" y="1142"/>
                    </a:cubicBezTo>
                    <a:cubicBezTo>
                      <a:pt x="2282" y="512"/>
                      <a:pt x="1771" y="1"/>
                      <a:pt x="11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58" name="Google Shape;58;p2"/>
              <p:cNvGrpSpPr/>
              <p:nvPr/>
            </p:nvGrpSpPr>
            <p:grpSpPr>
              <a:xfrm>
                <a:off x="4673664" y="2214101"/>
                <a:ext cx="5036265" cy="4113315"/>
                <a:chOff x="4673664" y="2214101"/>
                <a:chExt cx="5036265" cy="4113315"/>
              </a:xfrm>
            </p:grpSpPr>
            <p:grpSp>
              <p:nvGrpSpPr>
                <p:cNvPr id="59" name="Google Shape;59;p2"/>
                <p:cNvGrpSpPr/>
                <p:nvPr/>
              </p:nvGrpSpPr>
              <p:grpSpPr>
                <a:xfrm>
                  <a:off x="4673664" y="2214101"/>
                  <a:ext cx="5036265" cy="4113315"/>
                  <a:chOff x="3825164" y="427026"/>
                  <a:chExt cx="5036265" cy="4113315"/>
                </a:xfrm>
              </p:grpSpPr>
              <p:sp>
                <p:nvSpPr>
                  <p:cNvPr id="60" name="Google Shape;60;p2"/>
                  <p:cNvSpPr/>
                  <p:nvPr/>
                </p:nvSpPr>
                <p:spPr>
                  <a:xfrm rot="157512">
                    <a:off x="6915828" y="473247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1" name="Google Shape;61;p2"/>
                  <p:cNvSpPr/>
                  <p:nvPr/>
                </p:nvSpPr>
                <p:spPr>
                  <a:xfrm rot="157512">
                    <a:off x="7541687" y="457392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2" name="Google Shape;62;p2"/>
                  <p:cNvSpPr/>
                  <p:nvPr/>
                </p:nvSpPr>
                <p:spPr>
                  <a:xfrm rot="157512">
                    <a:off x="8167572" y="441537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3" name="Google Shape;63;p2"/>
                  <p:cNvSpPr/>
                  <p:nvPr/>
                </p:nvSpPr>
                <p:spPr>
                  <a:xfrm rot="157512">
                    <a:off x="7242491" y="100735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5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4" name="Google Shape;64;p2"/>
                  <p:cNvSpPr/>
                  <p:nvPr/>
                </p:nvSpPr>
                <p:spPr>
                  <a:xfrm rot="157512">
                    <a:off x="7868375" y="991501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5" name="Google Shape;65;p2"/>
                  <p:cNvSpPr/>
                  <p:nvPr/>
                </p:nvSpPr>
                <p:spPr>
                  <a:xfrm rot="157512">
                    <a:off x="6943294" y="1557320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5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6" name="Google Shape;66;p2"/>
                  <p:cNvSpPr/>
                  <p:nvPr/>
                </p:nvSpPr>
                <p:spPr>
                  <a:xfrm rot="157512">
                    <a:off x="7569154" y="1541466"/>
                    <a:ext cx="650217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4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7" name="Google Shape;67;p2"/>
                  <p:cNvSpPr/>
                  <p:nvPr/>
                </p:nvSpPr>
                <p:spPr>
                  <a:xfrm rot="157512">
                    <a:off x="8195039" y="1525586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8" name="Google Shape;68;p2"/>
                  <p:cNvSpPr/>
                  <p:nvPr/>
                </p:nvSpPr>
                <p:spPr>
                  <a:xfrm rot="157512">
                    <a:off x="4140535" y="2170703"/>
                    <a:ext cx="65021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0"/>
                        </a:lnTo>
                        <a:lnTo>
                          <a:pt x="1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9" name="Google Shape;69;p2"/>
                  <p:cNvSpPr/>
                  <p:nvPr/>
                </p:nvSpPr>
                <p:spPr>
                  <a:xfrm rot="157512">
                    <a:off x="4766419" y="215484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1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4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0" name="Google Shape;70;p2"/>
                  <p:cNvSpPr/>
                  <p:nvPr/>
                </p:nvSpPr>
                <p:spPr>
                  <a:xfrm rot="157512">
                    <a:off x="5392303" y="2138993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1" name="Google Shape;71;p2"/>
                  <p:cNvSpPr/>
                  <p:nvPr/>
                </p:nvSpPr>
                <p:spPr>
                  <a:xfrm rot="157512">
                    <a:off x="6018188" y="2123139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2" name="Google Shape;72;p2"/>
                  <p:cNvSpPr/>
                  <p:nvPr/>
                </p:nvSpPr>
                <p:spPr>
                  <a:xfrm rot="157512">
                    <a:off x="6644073" y="2107259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8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3" name="Google Shape;73;p2"/>
                  <p:cNvSpPr/>
                  <p:nvPr/>
                </p:nvSpPr>
                <p:spPr>
                  <a:xfrm rot="157512">
                    <a:off x="7269957" y="2091430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4" name="Google Shape;74;p2"/>
                  <p:cNvSpPr/>
                  <p:nvPr/>
                </p:nvSpPr>
                <p:spPr>
                  <a:xfrm rot="157512">
                    <a:off x="7895842" y="2075550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9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5" name="Google Shape;75;p2"/>
                  <p:cNvSpPr/>
                  <p:nvPr/>
                </p:nvSpPr>
                <p:spPr>
                  <a:xfrm rot="157512">
                    <a:off x="3841337" y="272066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5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6" name="Google Shape;76;p2"/>
                  <p:cNvSpPr/>
                  <p:nvPr/>
                </p:nvSpPr>
                <p:spPr>
                  <a:xfrm rot="157512">
                    <a:off x="4467198" y="2704787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3"/>
                        </a:lnTo>
                        <a:lnTo>
                          <a:pt x="1030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7" name="Google Shape;77;p2"/>
                  <p:cNvSpPr/>
                  <p:nvPr/>
                </p:nvSpPr>
                <p:spPr>
                  <a:xfrm rot="157512">
                    <a:off x="5093107" y="268895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8" name="Google Shape;78;p2"/>
                  <p:cNvSpPr/>
                  <p:nvPr/>
                </p:nvSpPr>
                <p:spPr>
                  <a:xfrm rot="157512">
                    <a:off x="5718992" y="2673103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9" name="Google Shape;79;p2"/>
                  <p:cNvSpPr/>
                  <p:nvPr/>
                </p:nvSpPr>
                <p:spPr>
                  <a:xfrm rot="157512">
                    <a:off x="6344876" y="2657223"/>
                    <a:ext cx="65016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5" y="1"/>
                        </a:lnTo>
                        <a:lnTo>
                          <a:pt x="0" y="8103"/>
                        </a:lnTo>
                        <a:lnTo>
                          <a:pt x="1028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0" name="Google Shape;80;p2"/>
                  <p:cNvSpPr/>
                  <p:nvPr/>
                </p:nvSpPr>
                <p:spPr>
                  <a:xfrm rot="157512">
                    <a:off x="6970736" y="2641369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1" name="Google Shape;81;p2"/>
                  <p:cNvSpPr/>
                  <p:nvPr/>
                </p:nvSpPr>
                <p:spPr>
                  <a:xfrm rot="157512">
                    <a:off x="4168001" y="3254751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4"/>
                        </a:moveTo>
                        <a:lnTo>
                          <a:pt x="24980" y="6322"/>
                        </a:lnTo>
                        <a:lnTo>
                          <a:pt x="11977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2" name="Google Shape;82;p2"/>
                  <p:cNvSpPr/>
                  <p:nvPr/>
                </p:nvSpPr>
                <p:spPr>
                  <a:xfrm rot="157512">
                    <a:off x="4793885" y="3238896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7" y="0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3" name="Google Shape;83;p2"/>
                  <p:cNvSpPr/>
                  <p:nvPr/>
                </p:nvSpPr>
                <p:spPr>
                  <a:xfrm rot="157512">
                    <a:off x="5419770" y="3223067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1" y="6320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4" name="Google Shape;84;p2"/>
                  <p:cNvSpPr/>
                  <p:nvPr/>
                </p:nvSpPr>
                <p:spPr>
                  <a:xfrm rot="157512">
                    <a:off x="6045654" y="320718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5" name="Google Shape;85;p2"/>
                  <p:cNvSpPr/>
                  <p:nvPr/>
                </p:nvSpPr>
                <p:spPr>
                  <a:xfrm rot="157512">
                    <a:off x="3868779" y="3804714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4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2"/>
                        </a:lnTo>
                        <a:lnTo>
                          <a:pt x="1030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6" name="Google Shape;86;p2"/>
                  <p:cNvSpPr/>
                  <p:nvPr/>
                </p:nvSpPr>
                <p:spPr>
                  <a:xfrm rot="157512">
                    <a:off x="4494689" y="3788860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7" name="Google Shape;87;p2"/>
                  <p:cNvSpPr/>
                  <p:nvPr/>
                </p:nvSpPr>
                <p:spPr>
                  <a:xfrm rot="157512">
                    <a:off x="5120574" y="377300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88" name="Google Shape;88;p2"/>
                <p:cNvSpPr/>
                <p:nvPr/>
              </p:nvSpPr>
              <p:spPr>
                <a:xfrm rot="157512">
                  <a:off x="6228998" y="4446717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1"/>
                        <a:pt x="1142" y="2281"/>
                      </a:cubicBezTo>
                      <a:cubicBezTo>
                        <a:pt x="1772" y="2281"/>
                        <a:pt x="2283" y="1772"/>
                        <a:pt x="2283" y="1141"/>
                      </a:cubicBezTo>
                      <a:cubicBezTo>
                        <a:pt x="2283" y="511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9" name="Google Shape;89;p2"/>
                <p:cNvSpPr/>
                <p:nvPr/>
              </p:nvSpPr>
              <p:spPr>
                <a:xfrm rot="157512">
                  <a:off x="9351770" y="4005108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1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2"/>
                        <a:pt x="511" y="2282"/>
                        <a:pt x="1141" y="2282"/>
                      </a:cubicBezTo>
                      <a:cubicBezTo>
                        <a:pt x="1771" y="2282"/>
                        <a:pt x="2281" y="1772"/>
                        <a:pt x="2281" y="1141"/>
                      </a:cubicBezTo>
                      <a:cubicBezTo>
                        <a:pt x="2281" y="511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0" name="Google Shape;90;p2"/>
                <p:cNvSpPr/>
                <p:nvPr/>
              </p:nvSpPr>
              <p:spPr>
                <a:xfrm rot="157512">
                  <a:off x="8403706" y="3847890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1" name="Google Shape;91;p2"/>
                <p:cNvSpPr/>
                <p:nvPr/>
              </p:nvSpPr>
              <p:spPr>
                <a:xfrm rot="157512">
                  <a:off x="8124633" y="5115580"/>
                  <a:ext cx="57047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2" extrusionOk="0">
                      <a:moveTo>
                        <a:pt x="1140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1"/>
                        <a:pt x="510" y="2281"/>
                        <a:pt x="1140" y="2281"/>
                      </a:cubicBezTo>
                      <a:cubicBezTo>
                        <a:pt x="1771" y="2281"/>
                        <a:pt x="2281" y="1771"/>
                        <a:pt x="2281" y="1141"/>
                      </a:cubicBezTo>
                      <a:cubicBezTo>
                        <a:pt x="2281" y="511"/>
                        <a:pt x="1771" y="0"/>
                        <a:pt x="114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2" name="Google Shape;92;p2"/>
                <p:cNvSpPr/>
                <p:nvPr/>
              </p:nvSpPr>
              <p:spPr>
                <a:xfrm rot="157512">
                  <a:off x="6574005" y="5703526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3" name="Google Shape;93;p2"/>
                <p:cNvSpPr/>
                <p:nvPr/>
              </p:nvSpPr>
              <p:spPr>
                <a:xfrm rot="157512">
                  <a:off x="5957267" y="6080755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0"/>
                      </a:moveTo>
                      <a:cubicBezTo>
                        <a:pt x="511" y="0"/>
                        <a:pt x="0" y="510"/>
                        <a:pt x="0" y="1140"/>
                      </a:cubicBezTo>
                      <a:cubicBezTo>
                        <a:pt x="0" y="1770"/>
                        <a:pt x="511" y="2281"/>
                        <a:pt x="1141" y="2281"/>
                      </a:cubicBezTo>
                      <a:cubicBezTo>
                        <a:pt x="1771" y="2281"/>
                        <a:pt x="2282" y="1770"/>
                        <a:pt x="2282" y="1140"/>
                      </a:cubicBezTo>
                      <a:cubicBezTo>
                        <a:pt x="2282" y="510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4" name="Google Shape;94;p2"/>
                <p:cNvSpPr/>
                <p:nvPr/>
              </p:nvSpPr>
              <p:spPr>
                <a:xfrm rot="157512">
                  <a:off x="5929801" y="4996682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1" y="0"/>
                        <a:pt x="1" y="510"/>
                        <a:pt x="1" y="1140"/>
                      </a:cubicBezTo>
                      <a:cubicBezTo>
                        <a:pt x="1" y="1771"/>
                        <a:pt x="511" y="2281"/>
                        <a:pt x="1142" y="2281"/>
                      </a:cubicBezTo>
                      <a:cubicBezTo>
                        <a:pt x="1772" y="2281"/>
                        <a:pt x="2283" y="1771"/>
                        <a:pt x="2283" y="1140"/>
                      </a:cubicBezTo>
                      <a:cubicBezTo>
                        <a:pt x="2283" y="510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5" name="Google Shape;95;p2"/>
                <p:cNvSpPr/>
                <p:nvPr/>
              </p:nvSpPr>
              <p:spPr>
                <a:xfrm rot="157512">
                  <a:off x="9015730" y="3465389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2"/>
                        <a:pt x="1142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96" name="Google Shape;96;p2"/>
            <p:cNvSpPr/>
            <p:nvPr/>
          </p:nvSpPr>
          <p:spPr>
            <a:xfrm rot="157512">
              <a:off x="8799542" y="3225845"/>
              <a:ext cx="57022" cy="57072"/>
            </a:xfrm>
            <a:custGeom>
              <a:avLst/>
              <a:gdLst/>
              <a:ahLst/>
              <a:cxnLst/>
              <a:rect l="l" t="t" r="r" b="b"/>
              <a:pathLst>
                <a:path w="2281" h="2283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p2"/>
            <p:cNvSpPr/>
            <p:nvPr/>
          </p:nvSpPr>
          <p:spPr>
            <a:xfrm rot="157512">
              <a:off x="5710335" y="4761896"/>
              <a:ext cx="57072" cy="57072"/>
            </a:xfrm>
            <a:custGeom>
              <a:avLst/>
              <a:gdLst/>
              <a:ahLst/>
              <a:cxnLst/>
              <a:rect l="l" t="t" r="r" b="b"/>
              <a:pathLst>
                <a:path w="2283" h="2283" extrusionOk="0">
                  <a:moveTo>
                    <a:pt x="1141" y="1"/>
                  </a:moveTo>
                  <a:cubicBezTo>
                    <a:pt x="511" y="1"/>
                    <a:pt x="0" y="511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2" y="1772"/>
                    <a:pt x="2282" y="1142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2"/>
            <p:cNvSpPr/>
            <p:nvPr/>
          </p:nvSpPr>
          <p:spPr>
            <a:xfrm rot="157512">
              <a:off x="7885492" y="4168682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1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2" y="2281"/>
                    <a:pt x="2281" y="1770"/>
                    <a:pt x="2281" y="1141"/>
                  </a:cubicBezTo>
                  <a:cubicBezTo>
                    <a:pt x="2281" y="511"/>
                    <a:pt x="1772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"/>
          <p:cNvSpPr txBox="1">
            <a:spLocks noGrp="1"/>
          </p:cNvSpPr>
          <p:nvPr>
            <p:ph type="title"/>
          </p:nvPr>
        </p:nvSpPr>
        <p:spPr>
          <a:xfrm>
            <a:off x="720000" y="2384238"/>
            <a:ext cx="73518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3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01" name="Google Shape;101;p3"/>
          <p:cNvSpPr txBox="1">
            <a:spLocks noGrp="1"/>
          </p:cNvSpPr>
          <p:nvPr>
            <p:ph type="title" idx="2" hasCustomPrompt="1"/>
          </p:nvPr>
        </p:nvSpPr>
        <p:spPr>
          <a:xfrm>
            <a:off x="720000" y="1496250"/>
            <a:ext cx="1381800" cy="841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72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2" name="Google Shape;102;p3"/>
          <p:cNvSpPr txBox="1">
            <a:spLocks noGrp="1"/>
          </p:cNvSpPr>
          <p:nvPr>
            <p:ph type="subTitle" idx="1"/>
          </p:nvPr>
        </p:nvSpPr>
        <p:spPr>
          <a:xfrm>
            <a:off x="720000" y="3272250"/>
            <a:ext cx="5067600" cy="37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03" name="Google Shape;103;p3"/>
          <p:cNvGrpSpPr/>
          <p:nvPr/>
        </p:nvGrpSpPr>
        <p:grpSpPr>
          <a:xfrm>
            <a:off x="5175689" y="2774776"/>
            <a:ext cx="5036265" cy="4113315"/>
            <a:chOff x="4780389" y="2513201"/>
            <a:chExt cx="5036265" cy="4113315"/>
          </a:xfrm>
        </p:grpSpPr>
        <p:grpSp>
          <p:nvGrpSpPr>
            <p:cNvPr id="104" name="Google Shape;104;p3"/>
            <p:cNvGrpSpPr/>
            <p:nvPr/>
          </p:nvGrpSpPr>
          <p:grpSpPr>
            <a:xfrm>
              <a:off x="4780389" y="2513201"/>
              <a:ext cx="5036265" cy="4113315"/>
              <a:chOff x="4673664" y="2214101"/>
              <a:chExt cx="5036265" cy="4113315"/>
            </a:xfrm>
          </p:grpSpPr>
          <p:sp>
            <p:nvSpPr>
              <p:cNvPr id="105" name="Google Shape;105;p3"/>
              <p:cNvSpPr/>
              <p:nvPr/>
            </p:nvSpPr>
            <p:spPr>
              <a:xfrm rot="157512">
                <a:off x="9047033" y="4559649"/>
                <a:ext cx="57072" cy="57047"/>
              </a:xfrm>
              <a:custGeom>
                <a:avLst/>
                <a:gdLst/>
                <a:ahLst/>
                <a:cxnLst/>
                <a:rect l="l" t="t" r="r" b="b"/>
                <a:pathLst>
                  <a:path w="2283" h="2282" extrusionOk="0">
                    <a:moveTo>
                      <a:pt x="1141" y="1"/>
                    </a:moveTo>
                    <a:cubicBezTo>
                      <a:pt x="511" y="1"/>
                      <a:pt x="0" y="512"/>
                      <a:pt x="0" y="1142"/>
                    </a:cubicBezTo>
                    <a:cubicBezTo>
                      <a:pt x="0" y="1771"/>
                      <a:pt x="511" y="2282"/>
                      <a:pt x="1141" y="2282"/>
                    </a:cubicBezTo>
                    <a:cubicBezTo>
                      <a:pt x="1771" y="2282"/>
                      <a:pt x="2282" y="1771"/>
                      <a:pt x="2282" y="1142"/>
                    </a:cubicBezTo>
                    <a:cubicBezTo>
                      <a:pt x="2282" y="512"/>
                      <a:pt x="1771" y="1"/>
                      <a:pt x="11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06" name="Google Shape;106;p3"/>
              <p:cNvGrpSpPr/>
              <p:nvPr/>
            </p:nvGrpSpPr>
            <p:grpSpPr>
              <a:xfrm>
                <a:off x="4673664" y="2214101"/>
                <a:ext cx="5036265" cy="4113315"/>
                <a:chOff x="4673664" y="2214101"/>
                <a:chExt cx="5036265" cy="4113315"/>
              </a:xfrm>
            </p:grpSpPr>
            <p:grpSp>
              <p:nvGrpSpPr>
                <p:cNvPr id="107" name="Google Shape;107;p3"/>
                <p:cNvGrpSpPr/>
                <p:nvPr/>
              </p:nvGrpSpPr>
              <p:grpSpPr>
                <a:xfrm>
                  <a:off x="4673664" y="2214101"/>
                  <a:ext cx="5036265" cy="4113315"/>
                  <a:chOff x="3825164" y="427026"/>
                  <a:chExt cx="5036265" cy="4113315"/>
                </a:xfrm>
              </p:grpSpPr>
              <p:sp>
                <p:nvSpPr>
                  <p:cNvPr id="108" name="Google Shape;108;p3"/>
                  <p:cNvSpPr/>
                  <p:nvPr/>
                </p:nvSpPr>
                <p:spPr>
                  <a:xfrm rot="157512">
                    <a:off x="6915828" y="473247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9" name="Google Shape;109;p3"/>
                  <p:cNvSpPr/>
                  <p:nvPr/>
                </p:nvSpPr>
                <p:spPr>
                  <a:xfrm rot="157512">
                    <a:off x="7541687" y="457392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0" name="Google Shape;110;p3"/>
                  <p:cNvSpPr/>
                  <p:nvPr/>
                </p:nvSpPr>
                <p:spPr>
                  <a:xfrm rot="157512">
                    <a:off x="8167572" y="441537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1" name="Google Shape;111;p3"/>
                  <p:cNvSpPr/>
                  <p:nvPr/>
                </p:nvSpPr>
                <p:spPr>
                  <a:xfrm rot="157512">
                    <a:off x="7242491" y="100735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5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2" name="Google Shape;112;p3"/>
                  <p:cNvSpPr/>
                  <p:nvPr/>
                </p:nvSpPr>
                <p:spPr>
                  <a:xfrm rot="157512">
                    <a:off x="7868375" y="991501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3" name="Google Shape;113;p3"/>
                  <p:cNvSpPr/>
                  <p:nvPr/>
                </p:nvSpPr>
                <p:spPr>
                  <a:xfrm rot="157512">
                    <a:off x="6943294" y="1557320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5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4" name="Google Shape;114;p3"/>
                  <p:cNvSpPr/>
                  <p:nvPr/>
                </p:nvSpPr>
                <p:spPr>
                  <a:xfrm rot="157512">
                    <a:off x="7569154" y="1541466"/>
                    <a:ext cx="650217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4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5" name="Google Shape;115;p3"/>
                  <p:cNvSpPr/>
                  <p:nvPr/>
                </p:nvSpPr>
                <p:spPr>
                  <a:xfrm rot="157512">
                    <a:off x="8195039" y="1525586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6" name="Google Shape;116;p3"/>
                  <p:cNvSpPr/>
                  <p:nvPr/>
                </p:nvSpPr>
                <p:spPr>
                  <a:xfrm rot="157512">
                    <a:off x="4140535" y="2170703"/>
                    <a:ext cx="65021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0"/>
                        </a:lnTo>
                        <a:lnTo>
                          <a:pt x="1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7" name="Google Shape;117;p3"/>
                  <p:cNvSpPr/>
                  <p:nvPr/>
                </p:nvSpPr>
                <p:spPr>
                  <a:xfrm rot="157512">
                    <a:off x="4766419" y="215484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1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4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8" name="Google Shape;118;p3"/>
                  <p:cNvSpPr/>
                  <p:nvPr/>
                </p:nvSpPr>
                <p:spPr>
                  <a:xfrm rot="157512">
                    <a:off x="5392303" y="2138993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9" name="Google Shape;119;p3"/>
                  <p:cNvSpPr/>
                  <p:nvPr/>
                </p:nvSpPr>
                <p:spPr>
                  <a:xfrm rot="157512">
                    <a:off x="6018188" y="2123139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0" name="Google Shape;120;p3"/>
                  <p:cNvSpPr/>
                  <p:nvPr/>
                </p:nvSpPr>
                <p:spPr>
                  <a:xfrm rot="157512">
                    <a:off x="6644073" y="2107259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8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1" name="Google Shape;121;p3"/>
                  <p:cNvSpPr/>
                  <p:nvPr/>
                </p:nvSpPr>
                <p:spPr>
                  <a:xfrm rot="157512">
                    <a:off x="7269957" y="2091430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2" name="Google Shape;122;p3"/>
                  <p:cNvSpPr/>
                  <p:nvPr/>
                </p:nvSpPr>
                <p:spPr>
                  <a:xfrm rot="157512">
                    <a:off x="7895842" y="2075550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9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3" name="Google Shape;123;p3"/>
                  <p:cNvSpPr/>
                  <p:nvPr/>
                </p:nvSpPr>
                <p:spPr>
                  <a:xfrm rot="157512">
                    <a:off x="3841337" y="272066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5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4" name="Google Shape;124;p3"/>
                  <p:cNvSpPr/>
                  <p:nvPr/>
                </p:nvSpPr>
                <p:spPr>
                  <a:xfrm rot="157512">
                    <a:off x="4467198" y="2704787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3"/>
                        </a:lnTo>
                        <a:lnTo>
                          <a:pt x="1030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5" name="Google Shape;125;p3"/>
                  <p:cNvSpPr/>
                  <p:nvPr/>
                </p:nvSpPr>
                <p:spPr>
                  <a:xfrm rot="157512">
                    <a:off x="5093107" y="268895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6" name="Google Shape;126;p3"/>
                  <p:cNvSpPr/>
                  <p:nvPr/>
                </p:nvSpPr>
                <p:spPr>
                  <a:xfrm rot="157512">
                    <a:off x="5718992" y="2673103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7" name="Google Shape;127;p3"/>
                  <p:cNvSpPr/>
                  <p:nvPr/>
                </p:nvSpPr>
                <p:spPr>
                  <a:xfrm rot="157512">
                    <a:off x="6344876" y="2657223"/>
                    <a:ext cx="65016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5" y="1"/>
                        </a:lnTo>
                        <a:lnTo>
                          <a:pt x="0" y="8103"/>
                        </a:lnTo>
                        <a:lnTo>
                          <a:pt x="1028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8" name="Google Shape;128;p3"/>
                  <p:cNvSpPr/>
                  <p:nvPr/>
                </p:nvSpPr>
                <p:spPr>
                  <a:xfrm rot="157512">
                    <a:off x="6970736" y="2641369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9" name="Google Shape;129;p3"/>
                  <p:cNvSpPr/>
                  <p:nvPr/>
                </p:nvSpPr>
                <p:spPr>
                  <a:xfrm rot="157512">
                    <a:off x="4168001" y="3254751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4"/>
                        </a:moveTo>
                        <a:lnTo>
                          <a:pt x="24980" y="6322"/>
                        </a:lnTo>
                        <a:lnTo>
                          <a:pt x="11977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0" name="Google Shape;130;p3"/>
                  <p:cNvSpPr/>
                  <p:nvPr/>
                </p:nvSpPr>
                <p:spPr>
                  <a:xfrm rot="157512">
                    <a:off x="4793885" y="3238896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7" y="0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1" name="Google Shape;131;p3"/>
                  <p:cNvSpPr/>
                  <p:nvPr/>
                </p:nvSpPr>
                <p:spPr>
                  <a:xfrm rot="157512">
                    <a:off x="5419770" y="3223067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1" y="6320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2" name="Google Shape;132;p3"/>
                  <p:cNvSpPr/>
                  <p:nvPr/>
                </p:nvSpPr>
                <p:spPr>
                  <a:xfrm rot="157512">
                    <a:off x="6045654" y="320718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3" name="Google Shape;133;p3"/>
                  <p:cNvSpPr/>
                  <p:nvPr/>
                </p:nvSpPr>
                <p:spPr>
                  <a:xfrm rot="157512">
                    <a:off x="3868779" y="3804714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4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2"/>
                        </a:lnTo>
                        <a:lnTo>
                          <a:pt x="1030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4" name="Google Shape;134;p3"/>
                  <p:cNvSpPr/>
                  <p:nvPr/>
                </p:nvSpPr>
                <p:spPr>
                  <a:xfrm rot="157512">
                    <a:off x="4494689" y="3788860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5" name="Google Shape;135;p3"/>
                  <p:cNvSpPr/>
                  <p:nvPr/>
                </p:nvSpPr>
                <p:spPr>
                  <a:xfrm rot="157512">
                    <a:off x="5120574" y="377300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136" name="Google Shape;136;p3"/>
                <p:cNvSpPr/>
                <p:nvPr/>
              </p:nvSpPr>
              <p:spPr>
                <a:xfrm rot="157512">
                  <a:off x="6228998" y="4446717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1"/>
                        <a:pt x="1142" y="2281"/>
                      </a:cubicBezTo>
                      <a:cubicBezTo>
                        <a:pt x="1772" y="2281"/>
                        <a:pt x="2283" y="1772"/>
                        <a:pt x="2283" y="1141"/>
                      </a:cubicBezTo>
                      <a:cubicBezTo>
                        <a:pt x="2283" y="511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7" name="Google Shape;137;p3"/>
                <p:cNvSpPr/>
                <p:nvPr/>
              </p:nvSpPr>
              <p:spPr>
                <a:xfrm rot="157512">
                  <a:off x="9351770" y="4005108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1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2"/>
                        <a:pt x="511" y="2282"/>
                        <a:pt x="1141" y="2282"/>
                      </a:cubicBezTo>
                      <a:cubicBezTo>
                        <a:pt x="1771" y="2282"/>
                        <a:pt x="2281" y="1772"/>
                        <a:pt x="2281" y="1141"/>
                      </a:cubicBezTo>
                      <a:cubicBezTo>
                        <a:pt x="2281" y="511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8" name="Google Shape;138;p3"/>
                <p:cNvSpPr/>
                <p:nvPr/>
              </p:nvSpPr>
              <p:spPr>
                <a:xfrm rot="157512">
                  <a:off x="8403706" y="3847890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9" name="Google Shape;139;p3"/>
                <p:cNvSpPr/>
                <p:nvPr/>
              </p:nvSpPr>
              <p:spPr>
                <a:xfrm rot="157512">
                  <a:off x="8124633" y="5115580"/>
                  <a:ext cx="57047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2" extrusionOk="0">
                      <a:moveTo>
                        <a:pt x="1140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1"/>
                        <a:pt x="510" y="2281"/>
                        <a:pt x="1140" y="2281"/>
                      </a:cubicBezTo>
                      <a:cubicBezTo>
                        <a:pt x="1771" y="2281"/>
                        <a:pt x="2281" y="1771"/>
                        <a:pt x="2281" y="1141"/>
                      </a:cubicBezTo>
                      <a:cubicBezTo>
                        <a:pt x="2281" y="511"/>
                        <a:pt x="1771" y="0"/>
                        <a:pt x="114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" name="Google Shape;140;p3"/>
                <p:cNvSpPr/>
                <p:nvPr/>
              </p:nvSpPr>
              <p:spPr>
                <a:xfrm rot="157512">
                  <a:off x="6574005" y="5703526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1" name="Google Shape;141;p3"/>
                <p:cNvSpPr/>
                <p:nvPr/>
              </p:nvSpPr>
              <p:spPr>
                <a:xfrm rot="157512">
                  <a:off x="5957267" y="6080755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0"/>
                      </a:moveTo>
                      <a:cubicBezTo>
                        <a:pt x="511" y="0"/>
                        <a:pt x="0" y="510"/>
                        <a:pt x="0" y="1140"/>
                      </a:cubicBezTo>
                      <a:cubicBezTo>
                        <a:pt x="0" y="1770"/>
                        <a:pt x="511" y="2281"/>
                        <a:pt x="1141" y="2281"/>
                      </a:cubicBezTo>
                      <a:cubicBezTo>
                        <a:pt x="1771" y="2281"/>
                        <a:pt x="2282" y="1770"/>
                        <a:pt x="2282" y="1140"/>
                      </a:cubicBezTo>
                      <a:cubicBezTo>
                        <a:pt x="2282" y="510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2" name="Google Shape;142;p3"/>
                <p:cNvSpPr/>
                <p:nvPr/>
              </p:nvSpPr>
              <p:spPr>
                <a:xfrm rot="157512">
                  <a:off x="5929801" y="4996682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1" y="0"/>
                        <a:pt x="1" y="510"/>
                        <a:pt x="1" y="1140"/>
                      </a:cubicBezTo>
                      <a:cubicBezTo>
                        <a:pt x="1" y="1771"/>
                        <a:pt x="511" y="2281"/>
                        <a:pt x="1142" y="2281"/>
                      </a:cubicBezTo>
                      <a:cubicBezTo>
                        <a:pt x="1772" y="2281"/>
                        <a:pt x="2283" y="1771"/>
                        <a:pt x="2283" y="1140"/>
                      </a:cubicBezTo>
                      <a:cubicBezTo>
                        <a:pt x="2283" y="510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3" name="Google Shape;143;p3"/>
                <p:cNvSpPr/>
                <p:nvPr/>
              </p:nvSpPr>
              <p:spPr>
                <a:xfrm rot="157512">
                  <a:off x="9015730" y="3465389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2"/>
                        <a:pt x="1142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144" name="Google Shape;144;p3"/>
            <p:cNvSpPr/>
            <p:nvPr/>
          </p:nvSpPr>
          <p:spPr>
            <a:xfrm rot="157512">
              <a:off x="8799542" y="3225845"/>
              <a:ext cx="57022" cy="57072"/>
            </a:xfrm>
            <a:custGeom>
              <a:avLst/>
              <a:gdLst/>
              <a:ahLst/>
              <a:cxnLst/>
              <a:rect l="l" t="t" r="r" b="b"/>
              <a:pathLst>
                <a:path w="2281" h="2283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3"/>
            <p:cNvSpPr/>
            <p:nvPr/>
          </p:nvSpPr>
          <p:spPr>
            <a:xfrm rot="157512">
              <a:off x="5710335" y="4761896"/>
              <a:ext cx="57072" cy="57072"/>
            </a:xfrm>
            <a:custGeom>
              <a:avLst/>
              <a:gdLst/>
              <a:ahLst/>
              <a:cxnLst/>
              <a:rect l="l" t="t" r="r" b="b"/>
              <a:pathLst>
                <a:path w="2283" h="2283" extrusionOk="0">
                  <a:moveTo>
                    <a:pt x="1141" y="1"/>
                  </a:moveTo>
                  <a:cubicBezTo>
                    <a:pt x="511" y="1"/>
                    <a:pt x="0" y="511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2" y="1772"/>
                    <a:pt x="2282" y="1142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3"/>
            <p:cNvSpPr/>
            <p:nvPr/>
          </p:nvSpPr>
          <p:spPr>
            <a:xfrm rot="157512">
              <a:off x="7885492" y="4168682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1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2" y="2281"/>
                    <a:pt x="2281" y="1770"/>
                    <a:pt x="2281" y="1141"/>
                  </a:cubicBezTo>
                  <a:cubicBezTo>
                    <a:pt x="2281" y="511"/>
                    <a:pt x="1772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7" name="Google Shape;147;p3"/>
          <p:cNvGrpSpPr/>
          <p:nvPr/>
        </p:nvGrpSpPr>
        <p:grpSpPr>
          <a:xfrm>
            <a:off x="2951589" y="-2707787"/>
            <a:ext cx="5036265" cy="4113315"/>
            <a:chOff x="4780389" y="2513201"/>
            <a:chExt cx="5036265" cy="4113315"/>
          </a:xfrm>
        </p:grpSpPr>
        <p:grpSp>
          <p:nvGrpSpPr>
            <p:cNvPr id="148" name="Google Shape;148;p3"/>
            <p:cNvGrpSpPr/>
            <p:nvPr/>
          </p:nvGrpSpPr>
          <p:grpSpPr>
            <a:xfrm>
              <a:off x="4780389" y="2513201"/>
              <a:ext cx="5036265" cy="4113315"/>
              <a:chOff x="4673664" y="2214101"/>
              <a:chExt cx="5036265" cy="4113315"/>
            </a:xfrm>
          </p:grpSpPr>
          <p:sp>
            <p:nvSpPr>
              <p:cNvPr id="149" name="Google Shape;149;p3"/>
              <p:cNvSpPr/>
              <p:nvPr/>
            </p:nvSpPr>
            <p:spPr>
              <a:xfrm rot="157512">
                <a:off x="9047033" y="4559649"/>
                <a:ext cx="57072" cy="57047"/>
              </a:xfrm>
              <a:custGeom>
                <a:avLst/>
                <a:gdLst/>
                <a:ahLst/>
                <a:cxnLst/>
                <a:rect l="l" t="t" r="r" b="b"/>
                <a:pathLst>
                  <a:path w="2283" h="2282" extrusionOk="0">
                    <a:moveTo>
                      <a:pt x="1141" y="1"/>
                    </a:moveTo>
                    <a:cubicBezTo>
                      <a:pt x="511" y="1"/>
                      <a:pt x="0" y="512"/>
                      <a:pt x="0" y="1142"/>
                    </a:cubicBezTo>
                    <a:cubicBezTo>
                      <a:pt x="0" y="1771"/>
                      <a:pt x="511" y="2282"/>
                      <a:pt x="1141" y="2282"/>
                    </a:cubicBezTo>
                    <a:cubicBezTo>
                      <a:pt x="1771" y="2282"/>
                      <a:pt x="2282" y="1771"/>
                      <a:pt x="2282" y="1142"/>
                    </a:cubicBezTo>
                    <a:cubicBezTo>
                      <a:pt x="2282" y="512"/>
                      <a:pt x="1771" y="1"/>
                      <a:pt x="11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50" name="Google Shape;150;p3"/>
              <p:cNvGrpSpPr/>
              <p:nvPr/>
            </p:nvGrpSpPr>
            <p:grpSpPr>
              <a:xfrm>
                <a:off x="4673664" y="2214101"/>
                <a:ext cx="5036265" cy="4113315"/>
                <a:chOff x="4673664" y="2214101"/>
                <a:chExt cx="5036265" cy="4113315"/>
              </a:xfrm>
            </p:grpSpPr>
            <p:grpSp>
              <p:nvGrpSpPr>
                <p:cNvPr id="151" name="Google Shape;151;p3"/>
                <p:cNvGrpSpPr/>
                <p:nvPr/>
              </p:nvGrpSpPr>
              <p:grpSpPr>
                <a:xfrm>
                  <a:off x="4673664" y="2214101"/>
                  <a:ext cx="5036265" cy="4113315"/>
                  <a:chOff x="3825164" y="427026"/>
                  <a:chExt cx="5036265" cy="4113315"/>
                </a:xfrm>
              </p:grpSpPr>
              <p:sp>
                <p:nvSpPr>
                  <p:cNvPr id="152" name="Google Shape;152;p3"/>
                  <p:cNvSpPr/>
                  <p:nvPr/>
                </p:nvSpPr>
                <p:spPr>
                  <a:xfrm rot="157512">
                    <a:off x="6915828" y="473247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3" name="Google Shape;153;p3"/>
                  <p:cNvSpPr/>
                  <p:nvPr/>
                </p:nvSpPr>
                <p:spPr>
                  <a:xfrm rot="157512">
                    <a:off x="7541687" y="457392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4" name="Google Shape;154;p3"/>
                  <p:cNvSpPr/>
                  <p:nvPr/>
                </p:nvSpPr>
                <p:spPr>
                  <a:xfrm rot="157512">
                    <a:off x="8167572" y="441537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5" name="Google Shape;155;p3"/>
                  <p:cNvSpPr/>
                  <p:nvPr/>
                </p:nvSpPr>
                <p:spPr>
                  <a:xfrm rot="157512">
                    <a:off x="7242491" y="100735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5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6" name="Google Shape;156;p3"/>
                  <p:cNvSpPr/>
                  <p:nvPr/>
                </p:nvSpPr>
                <p:spPr>
                  <a:xfrm rot="157512">
                    <a:off x="7868375" y="991501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7" name="Google Shape;157;p3"/>
                  <p:cNvSpPr/>
                  <p:nvPr/>
                </p:nvSpPr>
                <p:spPr>
                  <a:xfrm rot="157512">
                    <a:off x="6943294" y="1557320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5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8" name="Google Shape;158;p3"/>
                  <p:cNvSpPr/>
                  <p:nvPr/>
                </p:nvSpPr>
                <p:spPr>
                  <a:xfrm rot="157512">
                    <a:off x="7569154" y="1541466"/>
                    <a:ext cx="650217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4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9" name="Google Shape;159;p3"/>
                  <p:cNvSpPr/>
                  <p:nvPr/>
                </p:nvSpPr>
                <p:spPr>
                  <a:xfrm rot="157512">
                    <a:off x="8195039" y="1525586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0" name="Google Shape;160;p3"/>
                  <p:cNvSpPr/>
                  <p:nvPr/>
                </p:nvSpPr>
                <p:spPr>
                  <a:xfrm rot="157512">
                    <a:off x="4140535" y="2170703"/>
                    <a:ext cx="65021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0"/>
                        </a:lnTo>
                        <a:lnTo>
                          <a:pt x="1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1" name="Google Shape;161;p3"/>
                  <p:cNvSpPr/>
                  <p:nvPr/>
                </p:nvSpPr>
                <p:spPr>
                  <a:xfrm rot="157512">
                    <a:off x="4766419" y="215484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1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4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2" name="Google Shape;162;p3"/>
                  <p:cNvSpPr/>
                  <p:nvPr/>
                </p:nvSpPr>
                <p:spPr>
                  <a:xfrm rot="157512">
                    <a:off x="5392303" y="2138993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3" name="Google Shape;163;p3"/>
                  <p:cNvSpPr/>
                  <p:nvPr/>
                </p:nvSpPr>
                <p:spPr>
                  <a:xfrm rot="157512">
                    <a:off x="6018188" y="2123139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4" name="Google Shape;164;p3"/>
                  <p:cNvSpPr/>
                  <p:nvPr/>
                </p:nvSpPr>
                <p:spPr>
                  <a:xfrm rot="157512">
                    <a:off x="6644073" y="2107259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8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5" name="Google Shape;165;p3"/>
                  <p:cNvSpPr/>
                  <p:nvPr/>
                </p:nvSpPr>
                <p:spPr>
                  <a:xfrm rot="157512">
                    <a:off x="7269957" y="2091430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6" name="Google Shape;166;p3"/>
                  <p:cNvSpPr/>
                  <p:nvPr/>
                </p:nvSpPr>
                <p:spPr>
                  <a:xfrm rot="157512">
                    <a:off x="7895842" y="2075550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9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7" name="Google Shape;167;p3"/>
                  <p:cNvSpPr/>
                  <p:nvPr/>
                </p:nvSpPr>
                <p:spPr>
                  <a:xfrm rot="157512">
                    <a:off x="3841337" y="272066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5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8" name="Google Shape;168;p3"/>
                  <p:cNvSpPr/>
                  <p:nvPr/>
                </p:nvSpPr>
                <p:spPr>
                  <a:xfrm rot="157512">
                    <a:off x="4467198" y="2704787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3"/>
                        </a:lnTo>
                        <a:lnTo>
                          <a:pt x="1030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9" name="Google Shape;169;p3"/>
                  <p:cNvSpPr/>
                  <p:nvPr/>
                </p:nvSpPr>
                <p:spPr>
                  <a:xfrm rot="157512">
                    <a:off x="5093107" y="268895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70" name="Google Shape;170;p3"/>
                  <p:cNvSpPr/>
                  <p:nvPr/>
                </p:nvSpPr>
                <p:spPr>
                  <a:xfrm rot="157512">
                    <a:off x="5718992" y="2673103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71" name="Google Shape;171;p3"/>
                  <p:cNvSpPr/>
                  <p:nvPr/>
                </p:nvSpPr>
                <p:spPr>
                  <a:xfrm rot="157512">
                    <a:off x="6344876" y="2657223"/>
                    <a:ext cx="65016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5" y="1"/>
                        </a:lnTo>
                        <a:lnTo>
                          <a:pt x="0" y="8103"/>
                        </a:lnTo>
                        <a:lnTo>
                          <a:pt x="1028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72" name="Google Shape;172;p3"/>
                  <p:cNvSpPr/>
                  <p:nvPr/>
                </p:nvSpPr>
                <p:spPr>
                  <a:xfrm rot="157512">
                    <a:off x="6970736" y="2641369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73" name="Google Shape;173;p3"/>
                  <p:cNvSpPr/>
                  <p:nvPr/>
                </p:nvSpPr>
                <p:spPr>
                  <a:xfrm rot="157512">
                    <a:off x="4168001" y="3254751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4"/>
                        </a:moveTo>
                        <a:lnTo>
                          <a:pt x="24980" y="6322"/>
                        </a:lnTo>
                        <a:lnTo>
                          <a:pt x="11977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74" name="Google Shape;174;p3"/>
                  <p:cNvSpPr/>
                  <p:nvPr/>
                </p:nvSpPr>
                <p:spPr>
                  <a:xfrm rot="157512">
                    <a:off x="4793885" y="3238896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7" y="0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75" name="Google Shape;175;p3"/>
                  <p:cNvSpPr/>
                  <p:nvPr/>
                </p:nvSpPr>
                <p:spPr>
                  <a:xfrm rot="157512">
                    <a:off x="5419770" y="3223067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1" y="6320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76" name="Google Shape;176;p3"/>
                  <p:cNvSpPr/>
                  <p:nvPr/>
                </p:nvSpPr>
                <p:spPr>
                  <a:xfrm rot="157512">
                    <a:off x="6045654" y="320718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77" name="Google Shape;177;p3"/>
                  <p:cNvSpPr/>
                  <p:nvPr/>
                </p:nvSpPr>
                <p:spPr>
                  <a:xfrm rot="157512">
                    <a:off x="3868779" y="3804714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4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2"/>
                        </a:lnTo>
                        <a:lnTo>
                          <a:pt x="1030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78" name="Google Shape;178;p3"/>
                  <p:cNvSpPr/>
                  <p:nvPr/>
                </p:nvSpPr>
                <p:spPr>
                  <a:xfrm rot="157512">
                    <a:off x="4494689" y="3788860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79" name="Google Shape;179;p3"/>
                  <p:cNvSpPr/>
                  <p:nvPr/>
                </p:nvSpPr>
                <p:spPr>
                  <a:xfrm rot="157512">
                    <a:off x="5120574" y="377300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180" name="Google Shape;180;p3"/>
                <p:cNvSpPr/>
                <p:nvPr/>
              </p:nvSpPr>
              <p:spPr>
                <a:xfrm rot="157512">
                  <a:off x="6228998" y="4446717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1"/>
                        <a:pt x="1142" y="2281"/>
                      </a:cubicBezTo>
                      <a:cubicBezTo>
                        <a:pt x="1772" y="2281"/>
                        <a:pt x="2283" y="1772"/>
                        <a:pt x="2283" y="1141"/>
                      </a:cubicBezTo>
                      <a:cubicBezTo>
                        <a:pt x="2283" y="511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1" name="Google Shape;181;p3"/>
                <p:cNvSpPr/>
                <p:nvPr/>
              </p:nvSpPr>
              <p:spPr>
                <a:xfrm rot="157512">
                  <a:off x="9351770" y="4005108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1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2"/>
                        <a:pt x="511" y="2282"/>
                        <a:pt x="1141" y="2282"/>
                      </a:cubicBezTo>
                      <a:cubicBezTo>
                        <a:pt x="1771" y="2282"/>
                        <a:pt x="2281" y="1772"/>
                        <a:pt x="2281" y="1141"/>
                      </a:cubicBezTo>
                      <a:cubicBezTo>
                        <a:pt x="2281" y="511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2" name="Google Shape;182;p3"/>
                <p:cNvSpPr/>
                <p:nvPr/>
              </p:nvSpPr>
              <p:spPr>
                <a:xfrm rot="157512">
                  <a:off x="8403706" y="3847890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3" name="Google Shape;183;p3"/>
                <p:cNvSpPr/>
                <p:nvPr/>
              </p:nvSpPr>
              <p:spPr>
                <a:xfrm rot="157512">
                  <a:off x="8124633" y="5115580"/>
                  <a:ext cx="57047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2" extrusionOk="0">
                      <a:moveTo>
                        <a:pt x="1140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1"/>
                        <a:pt x="510" y="2281"/>
                        <a:pt x="1140" y="2281"/>
                      </a:cubicBezTo>
                      <a:cubicBezTo>
                        <a:pt x="1771" y="2281"/>
                        <a:pt x="2281" y="1771"/>
                        <a:pt x="2281" y="1141"/>
                      </a:cubicBezTo>
                      <a:cubicBezTo>
                        <a:pt x="2281" y="511"/>
                        <a:pt x="1771" y="0"/>
                        <a:pt x="114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4" name="Google Shape;184;p3"/>
                <p:cNvSpPr/>
                <p:nvPr/>
              </p:nvSpPr>
              <p:spPr>
                <a:xfrm rot="157512">
                  <a:off x="6574005" y="5703526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5" name="Google Shape;185;p3"/>
                <p:cNvSpPr/>
                <p:nvPr/>
              </p:nvSpPr>
              <p:spPr>
                <a:xfrm rot="157512">
                  <a:off x="5957267" y="6080755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0"/>
                      </a:moveTo>
                      <a:cubicBezTo>
                        <a:pt x="511" y="0"/>
                        <a:pt x="0" y="510"/>
                        <a:pt x="0" y="1140"/>
                      </a:cubicBezTo>
                      <a:cubicBezTo>
                        <a:pt x="0" y="1770"/>
                        <a:pt x="511" y="2281"/>
                        <a:pt x="1141" y="2281"/>
                      </a:cubicBezTo>
                      <a:cubicBezTo>
                        <a:pt x="1771" y="2281"/>
                        <a:pt x="2282" y="1770"/>
                        <a:pt x="2282" y="1140"/>
                      </a:cubicBezTo>
                      <a:cubicBezTo>
                        <a:pt x="2282" y="510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6" name="Google Shape;186;p3"/>
                <p:cNvSpPr/>
                <p:nvPr/>
              </p:nvSpPr>
              <p:spPr>
                <a:xfrm rot="157512">
                  <a:off x="5929801" y="4996682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1" y="0"/>
                        <a:pt x="1" y="510"/>
                        <a:pt x="1" y="1140"/>
                      </a:cubicBezTo>
                      <a:cubicBezTo>
                        <a:pt x="1" y="1771"/>
                        <a:pt x="511" y="2281"/>
                        <a:pt x="1142" y="2281"/>
                      </a:cubicBezTo>
                      <a:cubicBezTo>
                        <a:pt x="1772" y="2281"/>
                        <a:pt x="2283" y="1771"/>
                        <a:pt x="2283" y="1140"/>
                      </a:cubicBezTo>
                      <a:cubicBezTo>
                        <a:pt x="2283" y="510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7" name="Google Shape;187;p3"/>
                <p:cNvSpPr/>
                <p:nvPr/>
              </p:nvSpPr>
              <p:spPr>
                <a:xfrm rot="157512">
                  <a:off x="9015730" y="3465389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2"/>
                        <a:pt x="1142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188" name="Google Shape;188;p3"/>
            <p:cNvSpPr/>
            <p:nvPr/>
          </p:nvSpPr>
          <p:spPr>
            <a:xfrm rot="157512">
              <a:off x="8799542" y="3225845"/>
              <a:ext cx="57022" cy="57072"/>
            </a:xfrm>
            <a:custGeom>
              <a:avLst/>
              <a:gdLst/>
              <a:ahLst/>
              <a:cxnLst/>
              <a:rect l="l" t="t" r="r" b="b"/>
              <a:pathLst>
                <a:path w="2281" h="2283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3"/>
            <p:cNvSpPr/>
            <p:nvPr/>
          </p:nvSpPr>
          <p:spPr>
            <a:xfrm rot="157512">
              <a:off x="5710335" y="4761896"/>
              <a:ext cx="57072" cy="57072"/>
            </a:xfrm>
            <a:custGeom>
              <a:avLst/>
              <a:gdLst/>
              <a:ahLst/>
              <a:cxnLst/>
              <a:rect l="l" t="t" r="r" b="b"/>
              <a:pathLst>
                <a:path w="2283" h="2283" extrusionOk="0">
                  <a:moveTo>
                    <a:pt x="1141" y="1"/>
                  </a:moveTo>
                  <a:cubicBezTo>
                    <a:pt x="511" y="1"/>
                    <a:pt x="0" y="511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2" y="1772"/>
                    <a:pt x="2282" y="1142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;p3"/>
            <p:cNvSpPr/>
            <p:nvPr/>
          </p:nvSpPr>
          <p:spPr>
            <a:xfrm rot="157512">
              <a:off x="7885492" y="4168682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1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2" y="2281"/>
                    <a:pt x="2281" y="1770"/>
                    <a:pt x="2281" y="1141"/>
                  </a:cubicBezTo>
                  <a:cubicBezTo>
                    <a:pt x="2281" y="511"/>
                    <a:pt x="1772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userDrawn="1">
  <p:cSld name="TITLE_AND_TWO_COLUMNS"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5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grpSp>
        <p:nvGrpSpPr>
          <p:cNvPr id="209" name="Google Shape;209;p5"/>
          <p:cNvGrpSpPr/>
          <p:nvPr/>
        </p:nvGrpSpPr>
        <p:grpSpPr>
          <a:xfrm>
            <a:off x="7421542" y="-507956"/>
            <a:ext cx="2532725" cy="1881750"/>
            <a:chOff x="7221517" y="-507956"/>
            <a:chExt cx="2532725" cy="1881750"/>
          </a:xfrm>
        </p:grpSpPr>
        <p:sp>
          <p:nvSpPr>
            <p:cNvPr id="210" name="Google Shape;210;p5"/>
            <p:cNvSpPr/>
            <p:nvPr/>
          </p:nvSpPr>
          <p:spPr>
            <a:xfrm rot="-157512" flipH="1">
              <a:off x="8467712" y="4798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2"/>
                  </a:cubicBezTo>
                  <a:cubicBezTo>
                    <a:pt x="2282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211;p5"/>
            <p:cNvSpPr/>
            <p:nvPr/>
          </p:nvSpPr>
          <p:spPr>
            <a:xfrm rot="-157512" flipH="1">
              <a:off x="8489459" y="-461709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1"/>
                  </a:lnTo>
                  <a:lnTo>
                    <a:pt x="1028" y="22524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12;p5"/>
            <p:cNvSpPr/>
            <p:nvPr/>
          </p:nvSpPr>
          <p:spPr>
            <a:xfrm rot="-157512" flipH="1">
              <a:off x="7863600" y="-477589"/>
              <a:ext cx="650167" cy="721114"/>
            </a:xfrm>
            <a:custGeom>
              <a:avLst/>
              <a:gdLst/>
              <a:ahLst/>
              <a:cxnLst/>
              <a:rect l="l" t="t" r="r" b="b"/>
              <a:pathLst>
                <a:path w="26008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5" y="1"/>
                  </a:lnTo>
                  <a:lnTo>
                    <a:pt x="0" y="8103"/>
                  </a:lnTo>
                  <a:lnTo>
                    <a:pt x="1028" y="22525"/>
                  </a:lnTo>
                  <a:lnTo>
                    <a:pt x="14032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213;p5"/>
            <p:cNvSpPr/>
            <p:nvPr/>
          </p:nvSpPr>
          <p:spPr>
            <a:xfrm rot="-157512" flipH="1">
              <a:off x="7237690" y="-493444"/>
              <a:ext cx="650217" cy="721114"/>
            </a:xfrm>
            <a:custGeom>
              <a:avLst/>
              <a:gdLst/>
              <a:ahLst/>
              <a:cxnLst/>
              <a:rect l="l" t="t" r="r" b="b"/>
              <a:pathLst>
                <a:path w="26010" h="28846" fill="none" extrusionOk="0">
                  <a:moveTo>
                    <a:pt x="26010" y="20743"/>
                  </a:moveTo>
                  <a:lnTo>
                    <a:pt x="24981" y="6321"/>
                  </a:lnTo>
                  <a:lnTo>
                    <a:pt x="11976" y="0"/>
                  </a:lnTo>
                  <a:lnTo>
                    <a:pt x="1" y="8102"/>
                  </a:lnTo>
                  <a:lnTo>
                    <a:pt x="1029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214;p5"/>
            <p:cNvSpPr/>
            <p:nvPr/>
          </p:nvSpPr>
          <p:spPr>
            <a:xfrm rot="-157512" flipH="1">
              <a:off x="8788681" y="88254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9" y="20743"/>
                  </a:moveTo>
                  <a:lnTo>
                    <a:pt x="24981" y="6320"/>
                  </a:lnTo>
                  <a:lnTo>
                    <a:pt x="11976" y="0"/>
                  </a:lnTo>
                  <a:lnTo>
                    <a:pt x="1" y="8101"/>
                  </a:lnTo>
                  <a:lnTo>
                    <a:pt x="1029" y="22523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215;p5"/>
            <p:cNvSpPr/>
            <p:nvPr/>
          </p:nvSpPr>
          <p:spPr>
            <a:xfrm rot="-157512" flipH="1">
              <a:off x="8162796" y="72374"/>
              <a:ext cx="650192" cy="721114"/>
            </a:xfrm>
            <a:custGeom>
              <a:avLst/>
              <a:gdLst/>
              <a:ahLst/>
              <a:cxnLst/>
              <a:rect l="l" t="t" r="r" b="b"/>
              <a:pathLst>
                <a:path w="26009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2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16;p5"/>
            <p:cNvSpPr/>
            <p:nvPr/>
          </p:nvSpPr>
          <p:spPr>
            <a:xfrm rot="-157512" flipH="1">
              <a:off x="9087877" y="638193"/>
              <a:ext cx="650192" cy="721089"/>
            </a:xfrm>
            <a:custGeom>
              <a:avLst/>
              <a:gdLst/>
              <a:ahLst/>
              <a:cxnLst/>
              <a:rect l="l" t="t" r="r" b="b"/>
              <a:pathLst>
                <a:path w="26009" h="28845" fill="none" extrusionOk="0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17;p5"/>
            <p:cNvSpPr/>
            <p:nvPr/>
          </p:nvSpPr>
          <p:spPr>
            <a:xfrm rot="-157512" flipH="1">
              <a:off x="7525463" y="193693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18;p5"/>
            <p:cNvSpPr/>
            <p:nvPr/>
          </p:nvSpPr>
          <p:spPr>
            <a:xfrm rot="-157512" flipH="1">
              <a:off x="9076066" y="781639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5"/>
            <p:cNvSpPr/>
            <p:nvPr/>
          </p:nvSpPr>
          <p:spPr>
            <a:xfrm rot="-157512" flipH="1">
              <a:off x="9692804" y="115886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0" name="Google Shape;220;p5"/>
          <p:cNvGrpSpPr/>
          <p:nvPr/>
        </p:nvGrpSpPr>
        <p:grpSpPr>
          <a:xfrm>
            <a:off x="-884258" y="4092619"/>
            <a:ext cx="2532725" cy="1881750"/>
            <a:chOff x="7221517" y="-507956"/>
            <a:chExt cx="2532725" cy="1881750"/>
          </a:xfrm>
        </p:grpSpPr>
        <p:sp>
          <p:nvSpPr>
            <p:cNvPr id="221" name="Google Shape;221;p5"/>
            <p:cNvSpPr/>
            <p:nvPr/>
          </p:nvSpPr>
          <p:spPr>
            <a:xfrm rot="-157512" flipH="1">
              <a:off x="8467712" y="4798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2"/>
                  </a:cubicBezTo>
                  <a:cubicBezTo>
                    <a:pt x="2282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222;p5"/>
            <p:cNvSpPr/>
            <p:nvPr/>
          </p:nvSpPr>
          <p:spPr>
            <a:xfrm rot="-157512" flipH="1">
              <a:off x="8489459" y="-461709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1"/>
                  </a:lnTo>
                  <a:lnTo>
                    <a:pt x="1028" y="22524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223;p5"/>
            <p:cNvSpPr/>
            <p:nvPr/>
          </p:nvSpPr>
          <p:spPr>
            <a:xfrm rot="-157512" flipH="1">
              <a:off x="7863600" y="-477589"/>
              <a:ext cx="650167" cy="721114"/>
            </a:xfrm>
            <a:custGeom>
              <a:avLst/>
              <a:gdLst/>
              <a:ahLst/>
              <a:cxnLst/>
              <a:rect l="l" t="t" r="r" b="b"/>
              <a:pathLst>
                <a:path w="26008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5" y="1"/>
                  </a:lnTo>
                  <a:lnTo>
                    <a:pt x="0" y="8103"/>
                  </a:lnTo>
                  <a:lnTo>
                    <a:pt x="1028" y="22525"/>
                  </a:lnTo>
                  <a:lnTo>
                    <a:pt x="14032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5"/>
            <p:cNvSpPr/>
            <p:nvPr/>
          </p:nvSpPr>
          <p:spPr>
            <a:xfrm rot="-157512" flipH="1">
              <a:off x="7237690" y="-493444"/>
              <a:ext cx="650217" cy="721114"/>
            </a:xfrm>
            <a:custGeom>
              <a:avLst/>
              <a:gdLst/>
              <a:ahLst/>
              <a:cxnLst/>
              <a:rect l="l" t="t" r="r" b="b"/>
              <a:pathLst>
                <a:path w="26010" h="28846" fill="none" extrusionOk="0">
                  <a:moveTo>
                    <a:pt x="26010" y="20743"/>
                  </a:moveTo>
                  <a:lnTo>
                    <a:pt x="24981" y="6321"/>
                  </a:lnTo>
                  <a:lnTo>
                    <a:pt x="11976" y="0"/>
                  </a:lnTo>
                  <a:lnTo>
                    <a:pt x="1" y="8102"/>
                  </a:lnTo>
                  <a:lnTo>
                    <a:pt x="1029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225;p5"/>
            <p:cNvSpPr/>
            <p:nvPr/>
          </p:nvSpPr>
          <p:spPr>
            <a:xfrm rot="-157512" flipH="1">
              <a:off x="8788681" y="88254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9" y="20743"/>
                  </a:moveTo>
                  <a:lnTo>
                    <a:pt x="24981" y="6320"/>
                  </a:lnTo>
                  <a:lnTo>
                    <a:pt x="11976" y="0"/>
                  </a:lnTo>
                  <a:lnTo>
                    <a:pt x="1" y="8101"/>
                  </a:lnTo>
                  <a:lnTo>
                    <a:pt x="1029" y="22523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226;p5"/>
            <p:cNvSpPr/>
            <p:nvPr/>
          </p:nvSpPr>
          <p:spPr>
            <a:xfrm rot="-157512" flipH="1">
              <a:off x="8162796" y="72374"/>
              <a:ext cx="650192" cy="721114"/>
            </a:xfrm>
            <a:custGeom>
              <a:avLst/>
              <a:gdLst/>
              <a:ahLst/>
              <a:cxnLst/>
              <a:rect l="l" t="t" r="r" b="b"/>
              <a:pathLst>
                <a:path w="26009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2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5"/>
            <p:cNvSpPr/>
            <p:nvPr/>
          </p:nvSpPr>
          <p:spPr>
            <a:xfrm rot="-157512" flipH="1">
              <a:off x="9087877" y="638193"/>
              <a:ext cx="650192" cy="721089"/>
            </a:xfrm>
            <a:custGeom>
              <a:avLst/>
              <a:gdLst/>
              <a:ahLst/>
              <a:cxnLst/>
              <a:rect l="l" t="t" r="r" b="b"/>
              <a:pathLst>
                <a:path w="26009" h="28845" fill="none" extrusionOk="0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28;p5"/>
            <p:cNvSpPr/>
            <p:nvPr/>
          </p:nvSpPr>
          <p:spPr>
            <a:xfrm rot="-157512" flipH="1">
              <a:off x="7525463" y="193693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229;p5"/>
            <p:cNvSpPr/>
            <p:nvPr/>
          </p:nvSpPr>
          <p:spPr>
            <a:xfrm rot="-157512" flipH="1">
              <a:off x="9076066" y="781639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230;p5"/>
            <p:cNvSpPr/>
            <p:nvPr/>
          </p:nvSpPr>
          <p:spPr>
            <a:xfrm rot="-157512" flipH="1">
              <a:off x="9692804" y="115886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8"/>
          <p:cNvSpPr txBox="1">
            <a:spLocks noGrp="1"/>
          </p:cNvSpPr>
          <p:nvPr>
            <p:ph type="title"/>
          </p:nvPr>
        </p:nvSpPr>
        <p:spPr>
          <a:xfrm>
            <a:off x="943050" y="1307100"/>
            <a:ext cx="72579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86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336" name="Google Shape;336;p8"/>
          <p:cNvGrpSpPr/>
          <p:nvPr/>
        </p:nvGrpSpPr>
        <p:grpSpPr>
          <a:xfrm>
            <a:off x="5478864" y="2056701"/>
            <a:ext cx="5036265" cy="4113315"/>
            <a:chOff x="4780389" y="2513201"/>
            <a:chExt cx="5036265" cy="4113315"/>
          </a:xfrm>
        </p:grpSpPr>
        <p:grpSp>
          <p:nvGrpSpPr>
            <p:cNvPr id="337" name="Google Shape;337;p8"/>
            <p:cNvGrpSpPr/>
            <p:nvPr/>
          </p:nvGrpSpPr>
          <p:grpSpPr>
            <a:xfrm>
              <a:off x="4780389" y="2513201"/>
              <a:ext cx="5036265" cy="4113315"/>
              <a:chOff x="4673664" y="2214101"/>
              <a:chExt cx="5036265" cy="4113315"/>
            </a:xfrm>
          </p:grpSpPr>
          <p:sp>
            <p:nvSpPr>
              <p:cNvPr id="338" name="Google Shape;338;p8"/>
              <p:cNvSpPr/>
              <p:nvPr/>
            </p:nvSpPr>
            <p:spPr>
              <a:xfrm rot="157512">
                <a:off x="9047033" y="4559649"/>
                <a:ext cx="57072" cy="57047"/>
              </a:xfrm>
              <a:custGeom>
                <a:avLst/>
                <a:gdLst/>
                <a:ahLst/>
                <a:cxnLst/>
                <a:rect l="l" t="t" r="r" b="b"/>
                <a:pathLst>
                  <a:path w="2283" h="2282" extrusionOk="0">
                    <a:moveTo>
                      <a:pt x="1141" y="1"/>
                    </a:moveTo>
                    <a:cubicBezTo>
                      <a:pt x="511" y="1"/>
                      <a:pt x="0" y="512"/>
                      <a:pt x="0" y="1142"/>
                    </a:cubicBezTo>
                    <a:cubicBezTo>
                      <a:pt x="0" y="1771"/>
                      <a:pt x="511" y="2282"/>
                      <a:pt x="1141" y="2282"/>
                    </a:cubicBezTo>
                    <a:cubicBezTo>
                      <a:pt x="1771" y="2282"/>
                      <a:pt x="2282" y="1771"/>
                      <a:pt x="2282" y="1142"/>
                    </a:cubicBezTo>
                    <a:cubicBezTo>
                      <a:pt x="2282" y="512"/>
                      <a:pt x="1771" y="1"/>
                      <a:pt x="11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339" name="Google Shape;339;p8"/>
              <p:cNvGrpSpPr/>
              <p:nvPr/>
            </p:nvGrpSpPr>
            <p:grpSpPr>
              <a:xfrm>
                <a:off x="4673664" y="2214101"/>
                <a:ext cx="5036265" cy="4113315"/>
                <a:chOff x="4673664" y="2214101"/>
                <a:chExt cx="5036265" cy="4113315"/>
              </a:xfrm>
            </p:grpSpPr>
            <p:grpSp>
              <p:nvGrpSpPr>
                <p:cNvPr id="340" name="Google Shape;340;p8"/>
                <p:cNvGrpSpPr/>
                <p:nvPr/>
              </p:nvGrpSpPr>
              <p:grpSpPr>
                <a:xfrm>
                  <a:off x="4673664" y="2214101"/>
                  <a:ext cx="5036265" cy="4113315"/>
                  <a:chOff x="3825164" y="427026"/>
                  <a:chExt cx="5036265" cy="4113315"/>
                </a:xfrm>
              </p:grpSpPr>
              <p:sp>
                <p:nvSpPr>
                  <p:cNvPr id="341" name="Google Shape;341;p8"/>
                  <p:cNvSpPr/>
                  <p:nvPr/>
                </p:nvSpPr>
                <p:spPr>
                  <a:xfrm rot="157512">
                    <a:off x="6915828" y="473247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42" name="Google Shape;342;p8"/>
                  <p:cNvSpPr/>
                  <p:nvPr/>
                </p:nvSpPr>
                <p:spPr>
                  <a:xfrm rot="157512">
                    <a:off x="7541687" y="457392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43" name="Google Shape;343;p8"/>
                  <p:cNvSpPr/>
                  <p:nvPr/>
                </p:nvSpPr>
                <p:spPr>
                  <a:xfrm rot="157512">
                    <a:off x="8167572" y="441537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44" name="Google Shape;344;p8"/>
                  <p:cNvSpPr/>
                  <p:nvPr/>
                </p:nvSpPr>
                <p:spPr>
                  <a:xfrm rot="157512">
                    <a:off x="7242491" y="100735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5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45" name="Google Shape;345;p8"/>
                  <p:cNvSpPr/>
                  <p:nvPr/>
                </p:nvSpPr>
                <p:spPr>
                  <a:xfrm rot="157512">
                    <a:off x="7868375" y="991501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46" name="Google Shape;346;p8"/>
                  <p:cNvSpPr/>
                  <p:nvPr/>
                </p:nvSpPr>
                <p:spPr>
                  <a:xfrm rot="157512">
                    <a:off x="6943294" y="1557320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5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47" name="Google Shape;347;p8"/>
                  <p:cNvSpPr/>
                  <p:nvPr/>
                </p:nvSpPr>
                <p:spPr>
                  <a:xfrm rot="157512">
                    <a:off x="7569154" y="1541466"/>
                    <a:ext cx="650217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4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48" name="Google Shape;348;p8"/>
                  <p:cNvSpPr/>
                  <p:nvPr/>
                </p:nvSpPr>
                <p:spPr>
                  <a:xfrm rot="157512">
                    <a:off x="8195039" y="1525586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49" name="Google Shape;349;p8"/>
                  <p:cNvSpPr/>
                  <p:nvPr/>
                </p:nvSpPr>
                <p:spPr>
                  <a:xfrm rot="157512">
                    <a:off x="4140535" y="2170703"/>
                    <a:ext cx="65021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0"/>
                        </a:lnTo>
                        <a:lnTo>
                          <a:pt x="1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50" name="Google Shape;350;p8"/>
                  <p:cNvSpPr/>
                  <p:nvPr/>
                </p:nvSpPr>
                <p:spPr>
                  <a:xfrm rot="157512">
                    <a:off x="4766419" y="215484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1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4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51" name="Google Shape;351;p8"/>
                  <p:cNvSpPr/>
                  <p:nvPr/>
                </p:nvSpPr>
                <p:spPr>
                  <a:xfrm rot="157512">
                    <a:off x="5392303" y="2138993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52" name="Google Shape;352;p8"/>
                  <p:cNvSpPr/>
                  <p:nvPr/>
                </p:nvSpPr>
                <p:spPr>
                  <a:xfrm rot="157512">
                    <a:off x="6018188" y="2123139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53" name="Google Shape;353;p8"/>
                  <p:cNvSpPr/>
                  <p:nvPr/>
                </p:nvSpPr>
                <p:spPr>
                  <a:xfrm rot="157512">
                    <a:off x="6644073" y="2107259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8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54" name="Google Shape;354;p8"/>
                  <p:cNvSpPr/>
                  <p:nvPr/>
                </p:nvSpPr>
                <p:spPr>
                  <a:xfrm rot="157512">
                    <a:off x="7269957" y="2091430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55" name="Google Shape;355;p8"/>
                  <p:cNvSpPr/>
                  <p:nvPr/>
                </p:nvSpPr>
                <p:spPr>
                  <a:xfrm rot="157512">
                    <a:off x="7895842" y="2075550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9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56" name="Google Shape;356;p8"/>
                  <p:cNvSpPr/>
                  <p:nvPr/>
                </p:nvSpPr>
                <p:spPr>
                  <a:xfrm rot="157512">
                    <a:off x="3841337" y="272066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5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57" name="Google Shape;357;p8"/>
                  <p:cNvSpPr/>
                  <p:nvPr/>
                </p:nvSpPr>
                <p:spPr>
                  <a:xfrm rot="157512">
                    <a:off x="4467198" y="2704787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3"/>
                        </a:lnTo>
                        <a:lnTo>
                          <a:pt x="1030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58" name="Google Shape;358;p8"/>
                  <p:cNvSpPr/>
                  <p:nvPr/>
                </p:nvSpPr>
                <p:spPr>
                  <a:xfrm rot="157512">
                    <a:off x="5093107" y="268895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59" name="Google Shape;359;p8"/>
                  <p:cNvSpPr/>
                  <p:nvPr/>
                </p:nvSpPr>
                <p:spPr>
                  <a:xfrm rot="157512">
                    <a:off x="5718992" y="2673103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60" name="Google Shape;360;p8"/>
                  <p:cNvSpPr/>
                  <p:nvPr/>
                </p:nvSpPr>
                <p:spPr>
                  <a:xfrm rot="157512">
                    <a:off x="6344876" y="2657223"/>
                    <a:ext cx="65016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5" y="1"/>
                        </a:lnTo>
                        <a:lnTo>
                          <a:pt x="0" y="8103"/>
                        </a:lnTo>
                        <a:lnTo>
                          <a:pt x="1028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61" name="Google Shape;361;p8"/>
                  <p:cNvSpPr/>
                  <p:nvPr/>
                </p:nvSpPr>
                <p:spPr>
                  <a:xfrm rot="157512">
                    <a:off x="6970736" y="2641369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62" name="Google Shape;362;p8"/>
                  <p:cNvSpPr/>
                  <p:nvPr/>
                </p:nvSpPr>
                <p:spPr>
                  <a:xfrm rot="157512">
                    <a:off x="4168001" y="3254751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4"/>
                        </a:moveTo>
                        <a:lnTo>
                          <a:pt x="24980" y="6322"/>
                        </a:lnTo>
                        <a:lnTo>
                          <a:pt x="11977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63" name="Google Shape;363;p8"/>
                  <p:cNvSpPr/>
                  <p:nvPr/>
                </p:nvSpPr>
                <p:spPr>
                  <a:xfrm rot="157512">
                    <a:off x="4793885" y="3238896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7" y="0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64" name="Google Shape;364;p8"/>
                  <p:cNvSpPr/>
                  <p:nvPr/>
                </p:nvSpPr>
                <p:spPr>
                  <a:xfrm rot="157512">
                    <a:off x="5419770" y="3223067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1" y="6320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65" name="Google Shape;365;p8"/>
                  <p:cNvSpPr/>
                  <p:nvPr/>
                </p:nvSpPr>
                <p:spPr>
                  <a:xfrm rot="157512">
                    <a:off x="6045654" y="320718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66" name="Google Shape;366;p8"/>
                  <p:cNvSpPr/>
                  <p:nvPr/>
                </p:nvSpPr>
                <p:spPr>
                  <a:xfrm rot="157512">
                    <a:off x="3868779" y="3804714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4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2"/>
                        </a:lnTo>
                        <a:lnTo>
                          <a:pt x="1030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67" name="Google Shape;367;p8"/>
                  <p:cNvSpPr/>
                  <p:nvPr/>
                </p:nvSpPr>
                <p:spPr>
                  <a:xfrm rot="157512">
                    <a:off x="4494689" y="3788860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68" name="Google Shape;368;p8"/>
                  <p:cNvSpPr/>
                  <p:nvPr/>
                </p:nvSpPr>
                <p:spPr>
                  <a:xfrm rot="157512">
                    <a:off x="5120574" y="377300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369" name="Google Shape;369;p8"/>
                <p:cNvSpPr/>
                <p:nvPr/>
              </p:nvSpPr>
              <p:spPr>
                <a:xfrm rot="157512">
                  <a:off x="6228998" y="4446717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1"/>
                        <a:pt x="1142" y="2281"/>
                      </a:cubicBezTo>
                      <a:cubicBezTo>
                        <a:pt x="1772" y="2281"/>
                        <a:pt x="2283" y="1772"/>
                        <a:pt x="2283" y="1141"/>
                      </a:cubicBezTo>
                      <a:cubicBezTo>
                        <a:pt x="2283" y="511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0" name="Google Shape;370;p8"/>
                <p:cNvSpPr/>
                <p:nvPr/>
              </p:nvSpPr>
              <p:spPr>
                <a:xfrm rot="157512">
                  <a:off x="9351770" y="4005108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1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2"/>
                        <a:pt x="511" y="2282"/>
                        <a:pt x="1141" y="2282"/>
                      </a:cubicBezTo>
                      <a:cubicBezTo>
                        <a:pt x="1771" y="2282"/>
                        <a:pt x="2281" y="1772"/>
                        <a:pt x="2281" y="1141"/>
                      </a:cubicBezTo>
                      <a:cubicBezTo>
                        <a:pt x="2281" y="511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1" name="Google Shape;371;p8"/>
                <p:cNvSpPr/>
                <p:nvPr/>
              </p:nvSpPr>
              <p:spPr>
                <a:xfrm rot="157512">
                  <a:off x="8403706" y="3847890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2" name="Google Shape;372;p8"/>
                <p:cNvSpPr/>
                <p:nvPr/>
              </p:nvSpPr>
              <p:spPr>
                <a:xfrm rot="157512">
                  <a:off x="8124633" y="5115580"/>
                  <a:ext cx="57047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2" extrusionOk="0">
                      <a:moveTo>
                        <a:pt x="1140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1"/>
                        <a:pt x="510" y="2281"/>
                        <a:pt x="1140" y="2281"/>
                      </a:cubicBezTo>
                      <a:cubicBezTo>
                        <a:pt x="1771" y="2281"/>
                        <a:pt x="2281" y="1771"/>
                        <a:pt x="2281" y="1141"/>
                      </a:cubicBezTo>
                      <a:cubicBezTo>
                        <a:pt x="2281" y="511"/>
                        <a:pt x="1771" y="0"/>
                        <a:pt x="114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3" name="Google Shape;373;p8"/>
                <p:cNvSpPr/>
                <p:nvPr/>
              </p:nvSpPr>
              <p:spPr>
                <a:xfrm rot="157512">
                  <a:off x="6574005" y="5703526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4" name="Google Shape;374;p8"/>
                <p:cNvSpPr/>
                <p:nvPr/>
              </p:nvSpPr>
              <p:spPr>
                <a:xfrm rot="157512">
                  <a:off x="5957267" y="6080755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0"/>
                      </a:moveTo>
                      <a:cubicBezTo>
                        <a:pt x="511" y="0"/>
                        <a:pt x="0" y="510"/>
                        <a:pt x="0" y="1140"/>
                      </a:cubicBezTo>
                      <a:cubicBezTo>
                        <a:pt x="0" y="1770"/>
                        <a:pt x="511" y="2281"/>
                        <a:pt x="1141" y="2281"/>
                      </a:cubicBezTo>
                      <a:cubicBezTo>
                        <a:pt x="1771" y="2281"/>
                        <a:pt x="2282" y="1770"/>
                        <a:pt x="2282" y="1140"/>
                      </a:cubicBezTo>
                      <a:cubicBezTo>
                        <a:pt x="2282" y="510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5" name="Google Shape;375;p8"/>
                <p:cNvSpPr/>
                <p:nvPr/>
              </p:nvSpPr>
              <p:spPr>
                <a:xfrm rot="157512">
                  <a:off x="5929801" y="4996682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1" y="0"/>
                        <a:pt x="1" y="510"/>
                        <a:pt x="1" y="1140"/>
                      </a:cubicBezTo>
                      <a:cubicBezTo>
                        <a:pt x="1" y="1771"/>
                        <a:pt x="511" y="2281"/>
                        <a:pt x="1142" y="2281"/>
                      </a:cubicBezTo>
                      <a:cubicBezTo>
                        <a:pt x="1772" y="2281"/>
                        <a:pt x="2283" y="1771"/>
                        <a:pt x="2283" y="1140"/>
                      </a:cubicBezTo>
                      <a:cubicBezTo>
                        <a:pt x="2283" y="510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6" name="Google Shape;376;p8"/>
                <p:cNvSpPr/>
                <p:nvPr/>
              </p:nvSpPr>
              <p:spPr>
                <a:xfrm rot="157512">
                  <a:off x="9015730" y="3465389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2"/>
                        <a:pt x="1142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377" name="Google Shape;377;p8"/>
            <p:cNvSpPr/>
            <p:nvPr/>
          </p:nvSpPr>
          <p:spPr>
            <a:xfrm rot="157512">
              <a:off x="8799542" y="3225845"/>
              <a:ext cx="57022" cy="57072"/>
            </a:xfrm>
            <a:custGeom>
              <a:avLst/>
              <a:gdLst/>
              <a:ahLst/>
              <a:cxnLst/>
              <a:rect l="l" t="t" r="r" b="b"/>
              <a:pathLst>
                <a:path w="2281" h="2283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8"/>
            <p:cNvSpPr/>
            <p:nvPr/>
          </p:nvSpPr>
          <p:spPr>
            <a:xfrm rot="157512">
              <a:off x="5710335" y="4761896"/>
              <a:ext cx="57072" cy="57072"/>
            </a:xfrm>
            <a:custGeom>
              <a:avLst/>
              <a:gdLst/>
              <a:ahLst/>
              <a:cxnLst/>
              <a:rect l="l" t="t" r="r" b="b"/>
              <a:pathLst>
                <a:path w="2283" h="2283" extrusionOk="0">
                  <a:moveTo>
                    <a:pt x="1141" y="1"/>
                  </a:moveTo>
                  <a:cubicBezTo>
                    <a:pt x="511" y="1"/>
                    <a:pt x="0" y="511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2" y="1772"/>
                    <a:pt x="2282" y="1142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8"/>
            <p:cNvSpPr/>
            <p:nvPr/>
          </p:nvSpPr>
          <p:spPr>
            <a:xfrm rot="157512">
              <a:off x="7885492" y="4168682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1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2" y="2281"/>
                    <a:pt x="2281" y="1770"/>
                    <a:pt x="2281" y="1141"/>
                  </a:cubicBezTo>
                  <a:cubicBezTo>
                    <a:pt x="2281" y="511"/>
                    <a:pt x="1772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80" name="Google Shape;380;p8"/>
          <p:cNvGrpSpPr/>
          <p:nvPr/>
        </p:nvGrpSpPr>
        <p:grpSpPr>
          <a:xfrm>
            <a:off x="-128336" y="-2516262"/>
            <a:ext cx="5036265" cy="4113315"/>
            <a:chOff x="4780389" y="2513201"/>
            <a:chExt cx="5036265" cy="4113315"/>
          </a:xfrm>
        </p:grpSpPr>
        <p:grpSp>
          <p:nvGrpSpPr>
            <p:cNvPr id="381" name="Google Shape;381;p8"/>
            <p:cNvGrpSpPr/>
            <p:nvPr/>
          </p:nvGrpSpPr>
          <p:grpSpPr>
            <a:xfrm>
              <a:off x="4780389" y="2513201"/>
              <a:ext cx="5036265" cy="4113315"/>
              <a:chOff x="4673664" y="2214101"/>
              <a:chExt cx="5036265" cy="4113315"/>
            </a:xfrm>
          </p:grpSpPr>
          <p:sp>
            <p:nvSpPr>
              <p:cNvPr id="382" name="Google Shape;382;p8"/>
              <p:cNvSpPr/>
              <p:nvPr/>
            </p:nvSpPr>
            <p:spPr>
              <a:xfrm rot="157512">
                <a:off x="9047033" y="4559649"/>
                <a:ext cx="57072" cy="57047"/>
              </a:xfrm>
              <a:custGeom>
                <a:avLst/>
                <a:gdLst/>
                <a:ahLst/>
                <a:cxnLst/>
                <a:rect l="l" t="t" r="r" b="b"/>
                <a:pathLst>
                  <a:path w="2283" h="2282" extrusionOk="0">
                    <a:moveTo>
                      <a:pt x="1141" y="1"/>
                    </a:moveTo>
                    <a:cubicBezTo>
                      <a:pt x="511" y="1"/>
                      <a:pt x="0" y="512"/>
                      <a:pt x="0" y="1142"/>
                    </a:cubicBezTo>
                    <a:cubicBezTo>
                      <a:pt x="0" y="1771"/>
                      <a:pt x="511" y="2282"/>
                      <a:pt x="1141" y="2282"/>
                    </a:cubicBezTo>
                    <a:cubicBezTo>
                      <a:pt x="1771" y="2282"/>
                      <a:pt x="2282" y="1771"/>
                      <a:pt x="2282" y="1142"/>
                    </a:cubicBezTo>
                    <a:cubicBezTo>
                      <a:pt x="2282" y="512"/>
                      <a:pt x="1771" y="1"/>
                      <a:pt x="11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383" name="Google Shape;383;p8"/>
              <p:cNvGrpSpPr/>
              <p:nvPr/>
            </p:nvGrpSpPr>
            <p:grpSpPr>
              <a:xfrm>
                <a:off x="4673664" y="2214101"/>
                <a:ext cx="5036265" cy="4113315"/>
                <a:chOff x="4673664" y="2214101"/>
                <a:chExt cx="5036265" cy="4113315"/>
              </a:xfrm>
            </p:grpSpPr>
            <p:grpSp>
              <p:nvGrpSpPr>
                <p:cNvPr id="384" name="Google Shape;384;p8"/>
                <p:cNvGrpSpPr/>
                <p:nvPr/>
              </p:nvGrpSpPr>
              <p:grpSpPr>
                <a:xfrm>
                  <a:off x="4673664" y="2214101"/>
                  <a:ext cx="5036265" cy="4113315"/>
                  <a:chOff x="3825164" y="427026"/>
                  <a:chExt cx="5036265" cy="4113315"/>
                </a:xfrm>
              </p:grpSpPr>
              <p:sp>
                <p:nvSpPr>
                  <p:cNvPr id="385" name="Google Shape;385;p8"/>
                  <p:cNvSpPr/>
                  <p:nvPr/>
                </p:nvSpPr>
                <p:spPr>
                  <a:xfrm rot="157512">
                    <a:off x="6915828" y="473247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86" name="Google Shape;386;p8"/>
                  <p:cNvSpPr/>
                  <p:nvPr/>
                </p:nvSpPr>
                <p:spPr>
                  <a:xfrm rot="157512">
                    <a:off x="7541687" y="457392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87" name="Google Shape;387;p8"/>
                  <p:cNvSpPr/>
                  <p:nvPr/>
                </p:nvSpPr>
                <p:spPr>
                  <a:xfrm rot="157512">
                    <a:off x="8167572" y="441537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88" name="Google Shape;388;p8"/>
                  <p:cNvSpPr/>
                  <p:nvPr/>
                </p:nvSpPr>
                <p:spPr>
                  <a:xfrm rot="157512">
                    <a:off x="7242491" y="100735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5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89" name="Google Shape;389;p8"/>
                  <p:cNvSpPr/>
                  <p:nvPr/>
                </p:nvSpPr>
                <p:spPr>
                  <a:xfrm rot="157512">
                    <a:off x="7868375" y="991501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90" name="Google Shape;390;p8"/>
                  <p:cNvSpPr/>
                  <p:nvPr/>
                </p:nvSpPr>
                <p:spPr>
                  <a:xfrm rot="157512">
                    <a:off x="6943294" y="1557320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5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91" name="Google Shape;391;p8"/>
                  <p:cNvSpPr/>
                  <p:nvPr/>
                </p:nvSpPr>
                <p:spPr>
                  <a:xfrm rot="157512">
                    <a:off x="7569154" y="1541466"/>
                    <a:ext cx="650217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4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92" name="Google Shape;392;p8"/>
                  <p:cNvSpPr/>
                  <p:nvPr/>
                </p:nvSpPr>
                <p:spPr>
                  <a:xfrm rot="157512">
                    <a:off x="8195039" y="1525586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93" name="Google Shape;393;p8"/>
                  <p:cNvSpPr/>
                  <p:nvPr/>
                </p:nvSpPr>
                <p:spPr>
                  <a:xfrm rot="157512">
                    <a:off x="4140535" y="2170703"/>
                    <a:ext cx="65021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0"/>
                        </a:lnTo>
                        <a:lnTo>
                          <a:pt x="1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94" name="Google Shape;394;p8"/>
                  <p:cNvSpPr/>
                  <p:nvPr/>
                </p:nvSpPr>
                <p:spPr>
                  <a:xfrm rot="157512">
                    <a:off x="4766419" y="215484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1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4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95" name="Google Shape;395;p8"/>
                  <p:cNvSpPr/>
                  <p:nvPr/>
                </p:nvSpPr>
                <p:spPr>
                  <a:xfrm rot="157512">
                    <a:off x="5392303" y="2138993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96" name="Google Shape;396;p8"/>
                  <p:cNvSpPr/>
                  <p:nvPr/>
                </p:nvSpPr>
                <p:spPr>
                  <a:xfrm rot="157512">
                    <a:off x="6018188" y="2123139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97" name="Google Shape;397;p8"/>
                  <p:cNvSpPr/>
                  <p:nvPr/>
                </p:nvSpPr>
                <p:spPr>
                  <a:xfrm rot="157512">
                    <a:off x="6644073" y="2107259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8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98" name="Google Shape;398;p8"/>
                  <p:cNvSpPr/>
                  <p:nvPr/>
                </p:nvSpPr>
                <p:spPr>
                  <a:xfrm rot="157512">
                    <a:off x="7269957" y="2091430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99" name="Google Shape;399;p8"/>
                  <p:cNvSpPr/>
                  <p:nvPr/>
                </p:nvSpPr>
                <p:spPr>
                  <a:xfrm rot="157512">
                    <a:off x="7895842" y="2075550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9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00" name="Google Shape;400;p8"/>
                  <p:cNvSpPr/>
                  <p:nvPr/>
                </p:nvSpPr>
                <p:spPr>
                  <a:xfrm rot="157512">
                    <a:off x="3841337" y="272066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5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01" name="Google Shape;401;p8"/>
                  <p:cNvSpPr/>
                  <p:nvPr/>
                </p:nvSpPr>
                <p:spPr>
                  <a:xfrm rot="157512">
                    <a:off x="4467198" y="2704787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3"/>
                        </a:lnTo>
                        <a:lnTo>
                          <a:pt x="1030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02" name="Google Shape;402;p8"/>
                  <p:cNvSpPr/>
                  <p:nvPr/>
                </p:nvSpPr>
                <p:spPr>
                  <a:xfrm rot="157512">
                    <a:off x="5093107" y="268895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03" name="Google Shape;403;p8"/>
                  <p:cNvSpPr/>
                  <p:nvPr/>
                </p:nvSpPr>
                <p:spPr>
                  <a:xfrm rot="157512">
                    <a:off x="5718992" y="2673103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04" name="Google Shape;404;p8"/>
                  <p:cNvSpPr/>
                  <p:nvPr/>
                </p:nvSpPr>
                <p:spPr>
                  <a:xfrm rot="157512">
                    <a:off x="6344876" y="2657223"/>
                    <a:ext cx="65016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5" y="1"/>
                        </a:lnTo>
                        <a:lnTo>
                          <a:pt x="0" y="8103"/>
                        </a:lnTo>
                        <a:lnTo>
                          <a:pt x="1028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05" name="Google Shape;405;p8"/>
                  <p:cNvSpPr/>
                  <p:nvPr/>
                </p:nvSpPr>
                <p:spPr>
                  <a:xfrm rot="157512">
                    <a:off x="6970736" y="2641369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06" name="Google Shape;406;p8"/>
                  <p:cNvSpPr/>
                  <p:nvPr/>
                </p:nvSpPr>
                <p:spPr>
                  <a:xfrm rot="157512">
                    <a:off x="4168001" y="3254751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4"/>
                        </a:moveTo>
                        <a:lnTo>
                          <a:pt x="24980" y="6322"/>
                        </a:lnTo>
                        <a:lnTo>
                          <a:pt x="11977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07" name="Google Shape;407;p8"/>
                  <p:cNvSpPr/>
                  <p:nvPr/>
                </p:nvSpPr>
                <p:spPr>
                  <a:xfrm rot="157512">
                    <a:off x="4793885" y="3238896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7" y="0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08" name="Google Shape;408;p8"/>
                  <p:cNvSpPr/>
                  <p:nvPr/>
                </p:nvSpPr>
                <p:spPr>
                  <a:xfrm rot="157512">
                    <a:off x="5419770" y="3223067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1" y="6320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09" name="Google Shape;409;p8"/>
                  <p:cNvSpPr/>
                  <p:nvPr/>
                </p:nvSpPr>
                <p:spPr>
                  <a:xfrm rot="157512">
                    <a:off x="6045654" y="320718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10" name="Google Shape;410;p8"/>
                  <p:cNvSpPr/>
                  <p:nvPr/>
                </p:nvSpPr>
                <p:spPr>
                  <a:xfrm rot="157512">
                    <a:off x="3868779" y="3804714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4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2"/>
                        </a:lnTo>
                        <a:lnTo>
                          <a:pt x="1030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11" name="Google Shape;411;p8"/>
                  <p:cNvSpPr/>
                  <p:nvPr/>
                </p:nvSpPr>
                <p:spPr>
                  <a:xfrm rot="157512">
                    <a:off x="4494689" y="3788860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12" name="Google Shape;412;p8"/>
                  <p:cNvSpPr/>
                  <p:nvPr/>
                </p:nvSpPr>
                <p:spPr>
                  <a:xfrm rot="157512">
                    <a:off x="5120574" y="377300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413" name="Google Shape;413;p8"/>
                <p:cNvSpPr/>
                <p:nvPr/>
              </p:nvSpPr>
              <p:spPr>
                <a:xfrm rot="157512">
                  <a:off x="6228998" y="4446717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1"/>
                        <a:pt x="1142" y="2281"/>
                      </a:cubicBezTo>
                      <a:cubicBezTo>
                        <a:pt x="1772" y="2281"/>
                        <a:pt x="2283" y="1772"/>
                        <a:pt x="2283" y="1141"/>
                      </a:cubicBezTo>
                      <a:cubicBezTo>
                        <a:pt x="2283" y="511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4" name="Google Shape;414;p8"/>
                <p:cNvSpPr/>
                <p:nvPr/>
              </p:nvSpPr>
              <p:spPr>
                <a:xfrm rot="157512">
                  <a:off x="9351770" y="4005108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1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2"/>
                        <a:pt x="511" y="2282"/>
                        <a:pt x="1141" y="2282"/>
                      </a:cubicBezTo>
                      <a:cubicBezTo>
                        <a:pt x="1771" y="2282"/>
                        <a:pt x="2281" y="1772"/>
                        <a:pt x="2281" y="1141"/>
                      </a:cubicBezTo>
                      <a:cubicBezTo>
                        <a:pt x="2281" y="511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5" name="Google Shape;415;p8"/>
                <p:cNvSpPr/>
                <p:nvPr/>
              </p:nvSpPr>
              <p:spPr>
                <a:xfrm rot="157512">
                  <a:off x="8403706" y="3847890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6" name="Google Shape;416;p8"/>
                <p:cNvSpPr/>
                <p:nvPr/>
              </p:nvSpPr>
              <p:spPr>
                <a:xfrm rot="157512">
                  <a:off x="8124633" y="5115580"/>
                  <a:ext cx="57047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2" extrusionOk="0">
                      <a:moveTo>
                        <a:pt x="1140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1"/>
                        <a:pt x="510" y="2281"/>
                        <a:pt x="1140" y="2281"/>
                      </a:cubicBezTo>
                      <a:cubicBezTo>
                        <a:pt x="1771" y="2281"/>
                        <a:pt x="2281" y="1771"/>
                        <a:pt x="2281" y="1141"/>
                      </a:cubicBezTo>
                      <a:cubicBezTo>
                        <a:pt x="2281" y="511"/>
                        <a:pt x="1771" y="0"/>
                        <a:pt x="114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7" name="Google Shape;417;p8"/>
                <p:cNvSpPr/>
                <p:nvPr/>
              </p:nvSpPr>
              <p:spPr>
                <a:xfrm rot="157512">
                  <a:off x="6574005" y="5703526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8" name="Google Shape;418;p8"/>
                <p:cNvSpPr/>
                <p:nvPr/>
              </p:nvSpPr>
              <p:spPr>
                <a:xfrm rot="157512">
                  <a:off x="5957267" y="6080755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0"/>
                      </a:moveTo>
                      <a:cubicBezTo>
                        <a:pt x="511" y="0"/>
                        <a:pt x="0" y="510"/>
                        <a:pt x="0" y="1140"/>
                      </a:cubicBezTo>
                      <a:cubicBezTo>
                        <a:pt x="0" y="1770"/>
                        <a:pt x="511" y="2281"/>
                        <a:pt x="1141" y="2281"/>
                      </a:cubicBezTo>
                      <a:cubicBezTo>
                        <a:pt x="1771" y="2281"/>
                        <a:pt x="2282" y="1770"/>
                        <a:pt x="2282" y="1140"/>
                      </a:cubicBezTo>
                      <a:cubicBezTo>
                        <a:pt x="2282" y="510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9" name="Google Shape;419;p8"/>
                <p:cNvSpPr/>
                <p:nvPr/>
              </p:nvSpPr>
              <p:spPr>
                <a:xfrm rot="157512">
                  <a:off x="5929801" y="4996682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1" y="0"/>
                        <a:pt x="1" y="510"/>
                        <a:pt x="1" y="1140"/>
                      </a:cubicBezTo>
                      <a:cubicBezTo>
                        <a:pt x="1" y="1771"/>
                        <a:pt x="511" y="2281"/>
                        <a:pt x="1142" y="2281"/>
                      </a:cubicBezTo>
                      <a:cubicBezTo>
                        <a:pt x="1772" y="2281"/>
                        <a:pt x="2283" y="1771"/>
                        <a:pt x="2283" y="1140"/>
                      </a:cubicBezTo>
                      <a:cubicBezTo>
                        <a:pt x="2283" y="510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0" name="Google Shape;420;p8"/>
                <p:cNvSpPr/>
                <p:nvPr/>
              </p:nvSpPr>
              <p:spPr>
                <a:xfrm rot="157512">
                  <a:off x="9015730" y="3465389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2"/>
                        <a:pt x="1142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421" name="Google Shape;421;p8"/>
            <p:cNvSpPr/>
            <p:nvPr/>
          </p:nvSpPr>
          <p:spPr>
            <a:xfrm rot="157512">
              <a:off x="8799542" y="3225845"/>
              <a:ext cx="57022" cy="57072"/>
            </a:xfrm>
            <a:custGeom>
              <a:avLst/>
              <a:gdLst/>
              <a:ahLst/>
              <a:cxnLst/>
              <a:rect l="l" t="t" r="r" b="b"/>
              <a:pathLst>
                <a:path w="2281" h="2283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8"/>
            <p:cNvSpPr/>
            <p:nvPr/>
          </p:nvSpPr>
          <p:spPr>
            <a:xfrm rot="157512">
              <a:off x="5710335" y="4761896"/>
              <a:ext cx="57072" cy="57072"/>
            </a:xfrm>
            <a:custGeom>
              <a:avLst/>
              <a:gdLst/>
              <a:ahLst/>
              <a:cxnLst/>
              <a:rect l="l" t="t" r="r" b="b"/>
              <a:pathLst>
                <a:path w="2283" h="2283" extrusionOk="0">
                  <a:moveTo>
                    <a:pt x="1141" y="1"/>
                  </a:moveTo>
                  <a:cubicBezTo>
                    <a:pt x="511" y="1"/>
                    <a:pt x="0" y="511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2" y="1772"/>
                    <a:pt x="2282" y="1142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8"/>
            <p:cNvSpPr/>
            <p:nvPr/>
          </p:nvSpPr>
          <p:spPr>
            <a:xfrm rot="157512">
              <a:off x="7885492" y="4168682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1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2" y="2281"/>
                    <a:pt x="2281" y="1770"/>
                    <a:pt x="2281" y="1141"/>
                  </a:cubicBezTo>
                  <a:cubicBezTo>
                    <a:pt x="2281" y="511"/>
                    <a:pt x="1772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9"/>
          <p:cNvSpPr txBox="1">
            <a:spLocks noGrp="1"/>
          </p:cNvSpPr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1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426" name="Google Shape;426;p9"/>
          <p:cNvSpPr txBox="1">
            <a:spLocks noGrp="1"/>
          </p:cNvSpPr>
          <p:nvPr>
            <p:ph type="subTitle" idx="1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11"/>
          <p:cNvSpPr txBox="1">
            <a:spLocks noGrp="1"/>
          </p:cNvSpPr>
          <p:nvPr>
            <p:ph type="title" hasCustomPrompt="1"/>
          </p:nvPr>
        </p:nvSpPr>
        <p:spPr>
          <a:xfrm>
            <a:off x="1284000" y="1707525"/>
            <a:ext cx="6576000" cy="155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82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446" name="Google Shape;446;p11"/>
          <p:cNvSpPr txBox="1">
            <a:spLocks noGrp="1"/>
          </p:cNvSpPr>
          <p:nvPr>
            <p:ph type="subTitle" idx="1"/>
          </p:nvPr>
        </p:nvSpPr>
        <p:spPr>
          <a:xfrm>
            <a:off x="1284000" y="3259075"/>
            <a:ext cx="6576000" cy="36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5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grpSp>
        <p:nvGrpSpPr>
          <p:cNvPr id="447" name="Google Shape;447;p11"/>
          <p:cNvGrpSpPr/>
          <p:nvPr/>
        </p:nvGrpSpPr>
        <p:grpSpPr>
          <a:xfrm rot="10800000">
            <a:off x="4305914" y="3662226"/>
            <a:ext cx="5036265" cy="4113315"/>
            <a:chOff x="4780389" y="2513201"/>
            <a:chExt cx="5036265" cy="4113315"/>
          </a:xfrm>
        </p:grpSpPr>
        <p:grpSp>
          <p:nvGrpSpPr>
            <p:cNvPr id="448" name="Google Shape;448;p11"/>
            <p:cNvGrpSpPr/>
            <p:nvPr/>
          </p:nvGrpSpPr>
          <p:grpSpPr>
            <a:xfrm>
              <a:off x="4780389" y="2513201"/>
              <a:ext cx="5036265" cy="4113315"/>
              <a:chOff x="4673664" y="2214101"/>
              <a:chExt cx="5036265" cy="4113315"/>
            </a:xfrm>
          </p:grpSpPr>
          <p:sp>
            <p:nvSpPr>
              <p:cNvPr id="449" name="Google Shape;449;p11"/>
              <p:cNvSpPr/>
              <p:nvPr/>
            </p:nvSpPr>
            <p:spPr>
              <a:xfrm rot="157512">
                <a:off x="9047033" y="4559649"/>
                <a:ext cx="57072" cy="57047"/>
              </a:xfrm>
              <a:custGeom>
                <a:avLst/>
                <a:gdLst/>
                <a:ahLst/>
                <a:cxnLst/>
                <a:rect l="l" t="t" r="r" b="b"/>
                <a:pathLst>
                  <a:path w="2283" h="2282" extrusionOk="0">
                    <a:moveTo>
                      <a:pt x="1141" y="1"/>
                    </a:moveTo>
                    <a:cubicBezTo>
                      <a:pt x="511" y="1"/>
                      <a:pt x="0" y="512"/>
                      <a:pt x="0" y="1142"/>
                    </a:cubicBezTo>
                    <a:cubicBezTo>
                      <a:pt x="0" y="1771"/>
                      <a:pt x="511" y="2282"/>
                      <a:pt x="1141" y="2282"/>
                    </a:cubicBezTo>
                    <a:cubicBezTo>
                      <a:pt x="1771" y="2282"/>
                      <a:pt x="2282" y="1771"/>
                      <a:pt x="2282" y="1142"/>
                    </a:cubicBezTo>
                    <a:cubicBezTo>
                      <a:pt x="2282" y="512"/>
                      <a:pt x="1771" y="1"/>
                      <a:pt x="11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450" name="Google Shape;450;p11"/>
              <p:cNvGrpSpPr/>
              <p:nvPr/>
            </p:nvGrpSpPr>
            <p:grpSpPr>
              <a:xfrm>
                <a:off x="4673664" y="2214101"/>
                <a:ext cx="5036265" cy="4113315"/>
                <a:chOff x="4673664" y="2214101"/>
                <a:chExt cx="5036265" cy="4113315"/>
              </a:xfrm>
            </p:grpSpPr>
            <p:grpSp>
              <p:nvGrpSpPr>
                <p:cNvPr id="451" name="Google Shape;451;p11"/>
                <p:cNvGrpSpPr/>
                <p:nvPr/>
              </p:nvGrpSpPr>
              <p:grpSpPr>
                <a:xfrm>
                  <a:off x="4673664" y="2214101"/>
                  <a:ext cx="5036265" cy="4113315"/>
                  <a:chOff x="3825164" y="427026"/>
                  <a:chExt cx="5036265" cy="4113315"/>
                </a:xfrm>
              </p:grpSpPr>
              <p:sp>
                <p:nvSpPr>
                  <p:cNvPr id="452" name="Google Shape;452;p11"/>
                  <p:cNvSpPr/>
                  <p:nvPr/>
                </p:nvSpPr>
                <p:spPr>
                  <a:xfrm rot="157512">
                    <a:off x="6915828" y="473247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53" name="Google Shape;453;p11"/>
                  <p:cNvSpPr/>
                  <p:nvPr/>
                </p:nvSpPr>
                <p:spPr>
                  <a:xfrm rot="157512">
                    <a:off x="7541687" y="457392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54" name="Google Shape;454;p11"/>
                  <p:cNvSpPr/>
                  <p:nvPr/>
                </p:nvSpPr>
                <p:spPr>
                  <a:xfrm rot="157512">
                    <a:off x="8167572" y="441537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55" name="Google Shape;455;p11"/>
                  <p:cNvSpPr/>
                  <p:nvPr/>
                </p:nvSpPr>
                <p:spPr>
                  <a:xfrm rot="157512">
                    <a:off x="7242491" y="100735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5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56" name="Google Shape;456;p11"/>
                  <p:cNvSpPr/>
                  <p:nvPr/>
                </p:nvSpPr>
                <p:spPr>
                  <a:xfrm rot="157512">
                    <a:off x="7868375" y="991501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57" name="Google Shape;457;p11"/>
                  <p:cNvSpPr/>
                  <p:nvPr/>
                </p:nvSpPr>
                <p:spPr>
                  <a:xfrm rot="157512">
                    <a:off x="6943294" y="1557320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5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58" name="Google Shape;458;p11"/>
                  <p:cNvSpPr/>
                  <p:nvPr/>
                </p:nvSpPr>
                <p:spPr>
                  <a:xfrm rot="157512">
                    <a:off x="7569154" y="1541466"/>
                    <a:ext cx="650217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4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59" name="Google Shape;459;p11"/>
                  <p:cNvSpPr/>
                  <p:nvPr/>
                </p:nvSpPr>
                <p:spPr>
                  <a:xfrm rot="157512">
                    <a:off x="8195039" y="1525586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60" name="Google Shape;460;p11"/>
                  <p:cNvSpPr/>
                  <p:nvPr/>
                </p:nvSpPr>
                <p:spPr>
                  <a:xfrm rot="157512">
                    <a:off x="4140535" y="2170703"/>
                    <a:ext cx="65021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0"/>
                        </a:lnTo>
                        <a:lnTo>
                          <a:pt x="1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61" name="Google Shape;461;p11"/>
                  <p:cNvSpPr/>
                  <p:nvPr/>
                </p:nvSpPr>
                <p:spPr>
                  <a:xfrm rot="157512">
                    <a:off x="4766419" y="215484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1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4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62" name="Google Shape;462;p11"/>
                  <p:cNvSpPr/>
                  <p:nvPr/>
                </p:nvSpPr>
                <p:spPr>
                  <a:xfrm rot="157512">
                    <a:off x="5392303" y="2138993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63" name="Google Shape;463;p11"/>
                  <p:cNvSpPr/>
                  <p:nvPr/>
                </p:nvSpPr>
                <p:spPr>
                  <a:xfrm rot="157512">
                    <a:off x="6018188" y="2123139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64" name="Google Shape;464;p11"/>
                  <p:cNvSpPr/>
                  <p:nvPr/>
                </p:nvSpPr>
                <p:spPr>
                  <a:xfrm rot="157512">
                    <a:off x="6644073" y="2107259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8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65" name="Google Shape;465;p11"/>
                  <p:cNvSpPr/>
                  <p:nvPr/>
                </p:nvSpPr>
                <p:spPr>
                  <a:xfrm rot="157512">
                    <a:off x="7269957" y="2091430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66" name="Google Shape;466;p11"/>
                  <p:cNvSpPr/>
                  <p:nvPr/>
                </p:nvSpPr>
                <p:spPr>
                  <a:xfrm rot="157512">
                    <a:off x="7895842" y="2075550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9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67" name="Google Shape;467;p11"/>
                  <p:cNvSpPr/>
                  <p:nvPr/>
                </p:nvSpPr>
                <p:spPr>
                  <a:xfrm rot="157512">
                    <a:off x="3841337" y="272066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5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68" name="Google Shape;468;p11"/>
                  <p:cNvSpPr/>
                  <p:nvPr/>
                </p:nvSpPr>
                <p:spPr>
                  <a:xfrm rot="157512">
                    <a:off x="4467198" y="2704787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3"/>
                        </a:lnTo>
                        <a:lnTo>
                          <a:pt x="1030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69" name="Google Shape;469;p11"/>
                  <p:cNvSpPr/>
                  <p:nvPr/>
                </p:nvSpPr>
                <p:spPr>
                  <a:xfrm rot="157512">
                    <a:off x="5093107" y="268895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70" name="Google Shape;470;p11"/>
                  <p:cNvSpPr/>
                  <p:nvPr/>
                </p:nvSpPr>
                <p:spPr>
                  <a:xfrm rot="157512">
                    <a:off x="5718992" y="2673103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71" name="Google Shape;471;p11"/>
                  <p:cNvSpPr/>
                  <p:nvPr/>
                </p:nvSpPr>
                <p:spPr>
                  <a:xfrm rot="157512">
                    <a:off x="6344876" y="2657223"/>
                    <a:ext cx="65016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5" y="1"/>
                        </a:lnTo>
                        <a:lnTo>
                          <a:pt x="0" y="8103"/>
                        </a:lnTo>
                        <a:lnTo>
                          <a:pt x="1028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72" name="Google Shape;472;p11"/>
                  <p:cNvSpPr/>
                  <p:nvPr/>
                </p:nvSpPr>
                <p:spPr>
                  <a:xfrm rot="157512">
                    <a:off x="6970736" y="2641369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73" name="Google Shape;473;p11"/>
                  <p:cNvSpPr/>
                  <p:nvPr/>
                </p:nvSpPr>
                <p:spPr>
                  <a:xfrm rot="157512">
                    <a:off x="4168001" y="3254751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4"/>
                        </a:moveTo>
                        <a:lnTo>
                          <a:pt x="24980" y="6322"/>
                        </a:lnTo>
                        <a:lnTo>
                          <a:pt x="11977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74" name="Google Shape;474;p11"/>
                  <p:cNvSpPr/>
                  <p:nvPr/>
                </p:nvSpPr>
                <p:spPr>
                  <a:xfrm rot="157512">
                    <a:off x="4793885" y="3238896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7" y="0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75" name="Google Shape;475;p11"/>
                  <p:cNvSpPr/>
                  <p:nvPr/>
                </p:nvSpPr>
                <p:spPr>
                  <a:xfrm rot="157512">
                    <a:off x="5419770" y="3223067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1" y="6320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76" name="Google Shape;476;p11"/>
                  <p:cNvSpPr/>
                  <p:nvPr/>
                </p:nvSpPr>
                <p:spPr>
                  <a:xfrm rot="157512">
                    <a:off x="6045654" y="320718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77" name="Google Shape;477;p11"/>
                  <p:cNvSpPr/>
                  <p:nvPr/>
                </p:nvSpPr>
                <p:spPr>
                  <a:xfrm rot="157512">
                    <a:off x="3868779" y="3804714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4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2"/>
                        </a:lnTo>
                        <a:lnTo>
                          <a:pt x="1030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78" name="Google Shape;478;p11"/>
                  <p:cNvSpPr/>
                  <p:nvPr/>
                </p:nvSpPr>
                <p:spPr>
                  <a:xfrm rot="157512">
                    <a:off x="4494689" y="3788860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79" name="Google Shape;479;p11"/>
                  <p:cNvSpPr/>
                  <p:nvPr/>
                </p:nvSpPr>
                <p:spPr>
                  <a:xfrm rot="157512">
                    <a:off x="5120574" y="377300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480" name="Google Shape;480;p11"/>
                <p:cNvSpPr/>
                <p:nvPr/>
              </p:nvSpPr>
              <p:spPr>
                <a:xfrm rot="157512">
                  <a:off x="6228998" y="4446717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1"/>
                        <a:pt x="1142" y="2281"/>
                      </a:cubicBezTo>
                      <a:cubicBezTo>
                        <a:pt x="1772" y="2281"/>
                        <a:pt x="2283" y="1772"/>
                        <a:pt x="2283" y="1141"/>
                      </a:cubicBezTo>
                      <a:cubicBezTo>
                        <a:pt x="2283" y="511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81" name="Google Shape;481;p11"/>
                <p:cNvSpPr/>
                <p:nvPr/>
              </p:nvSpPr>
              <p:spPr>
                <a:xfrm rot="157512">
                  <a:off x="9351770" y="4005108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1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2"/>
                        <a:pt x="511" y="2282"/>
                        <a:pt x="1141" y="2282"/>
                      </a:cubicBezTo>
                      <a:cubicBezTo>
                        <a:pt x="1771" y="2282"/>
                        <a:pt x="2281" y="1772"/>
                        <a:pt x="2281" y="1141"/>
                      </a:cubicBezTo>
                      <a:cubicBezTo>
                        <a:pt x="2281" y="511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82" name="Google Shape;482;p11"/>
                <p:cNvSpPr/>
                <p:nvPr/>
              </p:nvSpPr>
              <p:spPr>
                <a:xfrm rot="157512">
                  <a:off x="8403706" y="3847890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83" name="Google Shape;483;p11"/>
                <p:cNvSpPr/>
                <p:nvPr/>
              </p:nvSpPr>
              <p:spPr>
                <a:xfrm rot="157512">
                  <a:off x="8124633" y="5115580"/>
                  <a:ext cx="57047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2" extrusionOk="0">
                      <a:moveTo>
                        <a:pt x="1140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1"/>
                        <a:pt x="510" y="2281"/>
                        <a:pt x="1140" y="2281"/>
                      </a:cubicBezTo>
                      <a:cubicBezTo>
                        <a:pt x="1771" y="2281"/>
                        <a:pt x="2281" y="1771"/>
                        <a:pt x="2281" y="1141"/>
                      </a:cubicBezTo>
                      <a:cubicBezTo>
                        <a:pt x="2281" y="511"/>
                        <a:pt x="1771" y="0"/>
                        <a:pt x="114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84" name="Google Shape;484;p11"/>
                <p:cNvSpPr/>
                <p:nvPr/>
              </p:nvSpPr>
              <p:spPr>
                <a:xfrm rot="157512">
                  <a:off x="6574005" y="5703526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85" name="Google Shape;485;p11"/>
                <p:cNvSpPr/>
                <p:nvPr/>
              </p:nvSpPr>
              <p:spPr>
                <a:xfrm rot="157512">
                  <a:off x="5957267" y="6080755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0"/>
                      </a:moveTo>
                      <a:cubicBezTo>
                        <a:pt x="511" y="0"/>
                        <a:pt x="0" y="510"/>
                        <a:pt x="0" y="1140"/>
                      </a:cubicBezTo>
                      <a:cubicBezTo>
                        <a:pt x="0" y="1770"/>
                        <a:pt x="511" y="2281"/>
                        <a:pt x="1141" y="2281"/>
                      </a:cubicBezTo>
                      <a:cubicBezTo>
                        <a:pt x="1771" y="2281"/>
                        <a:pt x="2282" y="1770"/>
                        <a:pt x="2282" y="1140"/>
                      </a:cubicBezTo>
                      <a:cubicBezTo>
                        <a:pt x="2282" y="510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86" name="Google Shape;486;p11"/>
                <p:cNvSpPr/>
                <p:nvPr/>
              </p:nvSpPr>
              <p:spPr>
                <a:xfrm rot="157512">
                  <a:off x="5929801" y="4996682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1" y="0"/>
                        <a:pt x="1" y="510"/>
                        <a:pt x="1" y="1140"/>
                      </a:cubicBezTo>
                      <a:cubicBezTo>
                        <a:pt x="1" y="1771"/>
                        <a:pt x="511" y="2281"/>
                        <a:pt x="1142" y="2281"/>
                      </a:cubicBezTo>
                      <a:cubicBezTo>
                        <a:pt x="1772" y="2281"/>
                        <a:pt x="2283" y="1771"/>
                        <a:pt x="2283" y="1140"/>
                      </a:cubicBezTo>
                      <a:cubicBezTo>
                        <a:pt x="2283" y="510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87" name="Google Shape;487;p11"/>
                <p:cNvSpPr/>
                <p:nvPr/>
              </p:nvSpPr>
              <p:spPr>
                <a:xfrm rot="157512">
                  <a:off x="9015730" y="3465389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2"/>
                        <a:pt x="1142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488" name="Google Shape;488;p11"/>
            <p:cNvSpPr/>
            <p:nvPr/>
          </p:nvSpPr>
          <p:spPr>
            <a:xfrm rot="157512">
              <a:off x="8799542" y="3225845"/>
              <a:ext cx="57022" cy="57072"/>
            </a:xfrm>
            <a:custGeom>
              <a:avLst/>
              <a:gdLst/>
              <a:ahLst/>
              <a:cxnLst/>
              <a:rect l="l" t="t" r="r" b="b"/>
              <a:pathLst>
                <a:path w="2281" h="2283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11"/>
            <p:cNvSpPr/>
            <p:nvPr/>
          </p:nvSpPr>
          <p:spPr>
            <a:xfrm rot="157512">
              <a:off x="5710335" y="4761896"/>
              <a:ext cx="57072" cy="57072"/>
            </a:xfrm>
            <a:custGeom>
              <a:avLst/>
              <a:gdLst/>
              <a:ahLst/>
              <a:cxnLst/>
              <a:rect l="l" t="t" r="r" b="b"/>
              <a:pathLst>
                <a:path w="2283" h="2283" extrusionOk="0">
                  <a:moveTo>
                    <a:pt x="1141" y="1"/>
                  </a:moveTo>
                  <a:cubicBezTo>
                    <a:pt x="511" y="1"/>
                    <a:pt x="0" y="511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2" y="1772"/>
                    <a:pt x="2282" y="1142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11"/>
            <p:cNvSpPr/>
            <p:nvPr/>
          </p:nvSpPr>
          <p:spPr>
            <a:xfrm rot="157512">
              <a:off x="7885492" y="4168682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1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2" y="2281"/>
                    <a:pt x="2281" y="1770"/>
                    <a:pt x="2281" y="1141"/>
                  </a:cubicBezTo>
                  <a:cubicBezTo>
                    <a:pt x="2281" y="511"/>
                    <a:pt x="1772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1" name="Google Shape;491;p11"/>
          <p:cNvGrpSpPr/>
          <p:nvPr/>
        </p:nvGrpSpPr>
        <p:grpSpPr>
          <a:xfrm>
            <a:off x="-128336" y="-2516262"/>
            <a:ext cx="5036265" cy="4113315"/>
            <a:chOff x="4780389" y="2513201"/>
            <a:chExt cx="5036265" cy="4113315"/>
          </a:xfrm>
        </p:grpSpPr>
        <p:grpSp>
          <p:nvGrpSpPr>
            <p:cNvPr id="492" name="Google Shape;492;p11"/>
            <p:cNvGrpSpPr/>
            <p:nvPr/>
          </p:nvGrpSpPr>
          <p:grpSpPr>
            <a:xfrm>
              <a:off x="4780389" y="2513201"/>
              <a:ext cx="5036265" cy="4113315"/>
              <a:chOff x="4673664" y="2214101"/>
              <a:chExt cx="5036265" cy="4113315"/>
            </a:xfrm>
          </p:grpSpPr>
          <p:sp>
            <p:nvSpPr>
              <p:cNvPr id="493" name="Google Shape;493;p11"/>
              <p:cNvSpPr/>
              <p:nvPr/>
            </p:nvSpPr>
            <p:spPr>
              <a:xfrm rot="157512">
                <a:off x="9047033" y="4559649"/>
                <a:ext cx="57072" cy="57047"/>
              </a:xfrm>
              <a:custGeom>
                <a:avLst/>
                <a:gdLst/>
                <a:ahLst/>
                <a:cxnLst/>
                <a:rect l="l" t="t" r="r" b="b"/>
                <a:pathLst>
                  <a:path w="2283" h="2282" extrusionOk="0">
                    <a:moveTo>
                      <a:pt x="1141" y="1"/>
                    </a:moveTo>
                    <a:cubicBezTo>
                      <a:pt x="511" y="1"/>
                      <a:pt x="0" y="512"/>
                      <a:pt x="0" y="1142"/>
                    </a:cubicBezTo>
                    <a:cubicBezTo>
                      <a:pt x="0" y="1771"/>
                      <a:pt x="511" y="2282"/>
                      <a:pt x="1141" y="2282"/>
                    </a:cubicBezTo>
                    <a:cubicBezTo>
                      <a:pt x="1771" y="2282"/>
                      <a:pt x="2282" y="1771"/>
                      <a:pt x="2282" y="1142"/>
                    </a:cubicBezTo>
                    <a:cubicBezTo>
                      <a:pt x="2282" y="512"/>
                      <a:pt x="1771" y="1"/>
                      <a:pt x="11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494" name="Google Shape;494;p11"/>
              <p:cNvGrpSpPr/>
              <p:nvPr/>
            </p:nvGrpSpPr>
            <p:grpSpPr>
              <a:xfrm>
                <a:off x="4673664" y="2214101"/>
                <a:ext cx="5036265" cy="4113315"/>
                <a:chOff x="4673664" y="2214101"/>
                <a:chExt cx="5036265" cy="4113315"/>
              </a:xfrm>
            </p:grpSpPr>
            <p:grpSp>
              <p:nvGrpSpPr>
                <p:cNvPr id="495" name="Google Shape;495;p11"/>
                <p:cNvGrpSpPr/>
                <p:nvPr/>
              </p:nvGrpSpPr>
              <p:grpSpPr>
                <a:xfrm>
                  <a:off x="4673664" y="2214101"/>
                  <a:ext cx="5036265" cy="4113315"/>
                  <a:chOff x="3825164" y="427026"/>
                  <a:chExt cx="5036265" cy="4113315"/>
                </a:xfrm>
              </p:grpSpPr>
              <p:sp>
                <p:nvSpPr>
                  <p:cNvPr id="496" name="Google Shape;496;p11"/>
                  <p:cNvSpPr/>
                  <p:nvPr/>
                </p:nvSpPr>
                <p:spPr>
                  <a:xfrm rot="157512">
                    <a:off x="6915828" y="473247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97" name="Google Shape;497;p11"/>
                  <p:cNvSpPr/>
                  <p:nvPr/>
                </p:nvSpPr>
                <p:spPr>
                  <a:xfrm rot="157512">
                    <a:off x="7541687" y="457392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98" name="Google Shape;498;p11"/>
                  <p:cNvSpPr/>
                  <p:nvPr/>
                </p:nvSpPr>
                <p:spPr>
                  <a:xfrm rot="157512">
                    <a:off x="8167572" y="441537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99" name="Google Shape;499;p11"/>
                  <p:cNvSpPr/>
                  <p:nvPr/>
                </p:nvSpPr>
                <p:spPr>
                  <a:xfrm rot="157512">
                    <a:off x="7242491" y="100735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5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00" name="Google Shape;500;p11"/>
                  <p:cNvSpPr/>
                  <p:nvPr/>
                </p:nvSpPr>
                <p:spPr>
                  <a:xfrm rot="157512">
                    <a:off x="7868375" y="991501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01" name="Google Shape;501;p11"/>
                  <p:cNvSpPr/>
                  <p:nvPr/>
                </p:nvSpPr>
                <p:spPr>
                  <a:xfrm rot="157512">
                    <a:off x="6943294" y="1557320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5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02" name="Google Shape;502;p11"/>
                  <p:cNvSpPr/>
                  <p:nvPr/>
                </p:nvSpPr>
                <p:spPr>
                  <a:xfrm rot="157512">
                    <a:off x="7569154" y="1541466"/>
                    <a:ext cx="650217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4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03" name="Google Shape;503;p11"/>
                  <p:cNvSpPr/>
                  <p:nvPr/>
                </p:nvSpPr>
                <p:spPr>
                  <a:xfrm rot="157512">
                    <a:off x="8195039" y="1525586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04" name="Google Shape;504;p11"/>
                  <p:cNvSpPr/>
                  <p:nvPr/>
                </p:nvSpPr>
                <p:spPr>
                  <a:xfrm rot="157512">
                    <a:off x="4140535" y="2170703"/>
                    <a:ext cx="65021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0"/>
                        </a:lnTo>
                        <a:lnTo>
                          <a:pt x="1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05" name="Google Shape;505;p11"/>
                  <p:cNvSpPr/>
                  <p:nvPr/>
                </p:nvSpPr>
                <p:spPr>
                  <a:xfrm rot="157512">
                    <a:off x="4766419" y="215484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1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4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06" name="Google Shape;506;p11"/>
                  <p:cNvSpPr/>
                  <p:nvPr/>
                </p:nvSpPr>
                <p:spPr>
                  <a:xfrm rot="157512">
                    <a:off x="5392303" y="2138993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07" name="Google Shape;507;p11"/>
                  <p:cNvSpPr/>
                  <p:nvPr/>
                </p:nvSpPr>
                <p:spPr>
                  <a:xfrm rot="157512">
                    <a:off x="6018188" y="2123139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08" name="Google Shape;508;p11"/>
                  <p:cNvSpPr/>
                  <p:nvPr/>
                </p:nvSpPr>
                <p:spPr>
                  <a:xfrm rot="157512">
                    <a:off x="6644073" y="2107259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8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09" name="Google Shape;509;p11"/>
                  <p:cNvSpPr/>
                  <p:nvPr/>
                </p:nvSpPr>
                <p:spPr>
                  <a:xfrm rot="157512">
                    <a:off x="7269957" y="2091430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10" name="Google Shape;510;p11"/>
                  <p:cNvSpPr/>
                  <p:nvPr/>
                </p:nvSpPr>
                <p:spPr>
                  <a:xfrm rot="157512">
                    <a:off x="7895842" y="2075550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9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11" name="Google Shape;511;p11"/>
                  <p:cNvSpPr/>
                  <p:nvPr/>
                </p:nvSpPr>
                <p:spPr>
                  <a:xfrm rot="157512">
                    <a:off x="3841337" y="272066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5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12" name="Google Shape;512;p11"/>
                  <p:cNvSpPr/>
                  <p:nvPr/>
                </p:nvSpPr>
                <p:spPr>
                  <a:xfrm rot="157512">
                    <a:off x="4467198" y="2704787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3"/>
                        </a:lnTo>
                        <a:lnTo>
                          <a:pt x="1030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13" name="Google Shape;513;p11"/>
                  <p:cNvSpPr/>
                  <p:nvPr/>
                </p:nvSpPr>
                <p:spPr>
                  <a:xfrm rot="157512">
                    <a:off x="5093107" y="268895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14" name="Google Shape;514;p11"/>
                  <p:cNvSpPr/>
                  <p:nvPr/>
                </p:nvSpPr>
                <p:spPr>
                  <a:xfrm rot="157512">
                    <a:off x="5718992" y="2673103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15" name="Google Shape;515;p11"/>
                  <p:cNvSpPr/>
                  <p:nvPr/>
                </p:nvSpPr>
                <p:spPr>
                  <a:xfrm rot="157512">
                    <a:off x="6344876" y="2657223"/>
                    <a:ext cx="65016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5" y="1"/>
                        </a:lnTo>
                        <a:lnTo>
                          <a:pt x="0" y="8103"/>
                        </a:lnTo>
                        <a:lnTo>
                          <a:pt x="1028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16" name="Google Shape;516;p11"/>
                  <p:cNvSpPr/>
                  <p:nvPr/>
                </p:nvSpPr>
                <p:spPr>
                  <a:xfrm rot="157512">
                    <a:off x="6970736" y="2641369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17" name="Google Shape;517;p11"/>
                  <p:cNvSpPr/>
                  <p:nvPr/>
                </p:nvSpPr>
                <p:spPr>
                  <a:xfrm rot="157512">
                    <a:off x="4168001" y="3254751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4"/>
                        </a:moveTo>
                        <a:lnTo>
                          <a:pt x="24980" y="6322"/>
                        </a:lnTo>
                        <a:lnTo>
                          <a:pt x="11977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18" name="Google Shape;518;p11"/>
                  <p:cNvSpPr/>
                  <p:nvPr/>
                </p:nvSpPr>
                <p:spPr>
                  <a:xfrm rot="157512">
                    <a:off x="4793885" y="3238896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7" y="0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19" name="Google Shape;519;p11"/>
                  <p:cNvSpPr/>
                  <p:nvPr/>
                </p:nvSpPr>
                <p:spPr>
                  <a:xfrm rot="157512">
                    <a:off x="5419770" y="3223067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1" y="6320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20" name="Google Shape;520;p11"/>
                  <p:cNvSpPr/>
                  <p:nvPr/>
                </p:nvSpPr>
                <p:spPr>
                  <a:xfrm rot="157512">
                    <a:off x="6045654" y="320718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21" name="Google Shape;521;p11"/>
                  <p:cNvSpPr/>
                  <p:nvPr/>
                </p:nvSpPr>
                <p:spPr>
                  <a:xfrm rot="157512">
                    <a:off x="3868779" y="3804714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4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2"/>
                        </a:lnTo>
                        <a:lnTo>
                          <a:pt x="1030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22" name="Google Shape;522;p11"/>
                  <p:cNvSpPr/>
                  <p:nvPr/>
                </p:nvSpPr>
                <p:spPr>
                  <a:xfrm rot="157512">
                    <a:off x="4494689" y="3788860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23" name="Google Shape;523;p11"/>
                  <p:cNvSpPr/>
                  <p:nvPr/>
                </p:nvSpPr>
                <p:spPr>
                  <a:xfrm rot="157512">
                    <a:off x="5120574" y="377300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524" name="Google Shape;524;p11"/>
                <p:cNvSpPr/>
                <p:nvPr/>
              </p:nvSpPr>
              <p:spPr>
                <a:xfrm rot="157512">
                  <a:off x="6228998" y="4446717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1"/>
                        <a:pt x="1142" y="2281"/>
                      </a:cubicBezTo>
                      <a:cubicBezTo>
                        <a:pt x="1772" y="2281"/>
                        <a:pt x="2283" y="1772"/>
                        <a:pt x="2283" y="1141"/>
                      </a:cubicBezTo>
                      <a:cubicBezTo>
                        <a:pt x="2283" y="511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5" name="Google Shape;525;p11"/>
                <p:cNvSpPr/>
                <p:nvPr/>
              </p:nvSpPr>
              <p:spPr>
                <a:xfrm rot="157512">
                  <a:off x="9351770" y="4005108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1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2"/>
                        <a:pt x="511" y="2282"/>
                        <a:pt x="1141" y="2282"/>
                      </a:cubicBezTo>
                      <a:cubicBezTo>
                        <a:pt x="1771" y="2282"/>
                        <a:pt x="2281" y="1772"/>
                        <a:pt x="2281" y="1141"/>
                      </a:cubicBezTo>
                      <a:cubicBezTo>
                        <a:pt x="2281" y="511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6" name="Google Shape;526;p11"/>
                <p:cNvSpPr/>
                <p:nvPr/>
              </p:nvSpPr>
              <p:spPr>
                <a:xfrm rot="157512">
                  <a:off x="8403706" y="3847890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7" name="Google Shape;527;p11"/>
                <p:cNvSpPr/>
                <p:nvPr/>
              </p:nvSpPr>
              <p:spPr>
                <a:xfrm rot="157512">
                  <a:off x="8124633" y="5115580"/>
                  <a:ext cx="57047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2" extrusionOk="0">
                      <a:moveTo>
                        <a:pt x="1140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1"/>
                        <a:pt x="510" y="2281"/>
                        <a:pt x="1140" y="2281"/>
                      </a:cubicBezTo>
                      <a:cubicBezTo>
                        <a:pt x="1771" y="2281"/>
                        <a:pt x="2281" y="1771"/>
                        <a:pt x="2281" y="1141"/>
                      </a:cubicBezTo>
                      <a:cubicBezTo>
                        <a:pt x="2281" y="511"/>
                        <a:pt x="1771" y="0"/>
                        <a:pt x="114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8" name="Google Shape;528;p11"/>
                <p:cNvSpPr/>
                <p:nvPr/>
              </p:nvSpPr>
              <p:spPr>
                <a:xfrm rot="157512">
                  <a:off x="6574005" y="5703526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9" name="Google Shape;529;p11"/>
                <p:cNvSpPr/>
                <p:nvPr/>
              </p:nvSpPr>
              <p:spPr>
                <a:xfrm rot="157512">
                  <a:off x="5957267" y="6080755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0"/>
                      </a:moveTo>
                      <a:cubicBezTo>
                        <a:pt x="511" y="0"/>
                        <a:pt x="0" y="510"/>
                        <a:pt x="0" y="1140"/>
                      </a:cubicBezTo>
                      <a:cubicBezTo>
                        <a:pt x="0" y="1770"/>
                        <a:pt x="511" y="2281"/>
                        <a:pt x="1141" y="2281"/>
                      </a:cubicBezTo>
                      <a:cubicBezTo>
                        <a:pt x="1771" y="2281"/>
                        <a:pt x="2282" y="1770"/>
                        <a:pt x="2282" y="1140"/>
                      </a:cubicBezTo>
                      <a:cubicBezTo>
                        <a:pt x="2282" y="510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0" name="Google Shape;530;p11"/>
                <p:cNvSpPr/>
                <p:nvPr/>
              </p:nvSpPr>
              <p:spPr>
                <a:xfrm rot="157512">
                  <a:off x="5929801" y="4996682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1" y="0"/>
                        <a:pt x="1" y="510"/>
                        <a:pt x="1" y="1140"/>
                      </a:cubicBezTo>
                      <a:cubicBezTo>
                        <a:pt x="1" y="1771"/>
                        <a:pt x="511" y="2281"/>
                        <a:pt x="1142" y="2281"/>
                      </a:cubicBezTo>
                      <a:cubicBezTo>
                        <a:pt x="1772" y="2281"/>
                        <a:pt x="2283" y="1771"/>
                        <a:pt x="2283" y="1140"/>
                      </a:cubicBezTo>
                      <a:cubicBezTo>
                        <a:pt x="2283" y="510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1" name="Google Shape;531;p11"/>
                <p:cNvSpPr/>
                <p:nvPr/>
              </p:nvSpPr>
              <p:spPr>
                <a:xfrm rot="157512">
                  <a:off x="9015730" y="3465389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2"/>
                        <a:pt x="1142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532" name="Google Shape;532;p11"/>
            <p:cNvSpPr/>
            <p:nvPr/>
          </p:nvSpPr>
          <p:spPr>
            <a:xfrm rot="157512">
              <a:off x="8799542" y="3225845"/>
              <a:ext cx="57022" cy="57072"/>
            </a:xfrm>
            <a:custGeom>
              <a:avLst/>
              <a:gdLst/>
              <a:ahLst/>
              <a:cxnLst/>
              <a:rect l="l" t="t" r="r" b="b"/>
              <a:pathLst>
                <a:path w="2281" h="2283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11"/>
            <p:cNvSpPr/>
            <p:nvPr/>
          </p:nvSpPr>
          <p:spPr>
            <a:xfrm rot="157512">
              <a:off x="5710335" y="4761896"/>
              <a:ext cx="57072" cy="57072"/>
            </a:xfrm>
            <a:custGeom>
              <a:avLst/>
              <a:gdLst/>
              <a:ahLst/>
              <a:cxnLst/>
              <a:rect l="l" t="t" r="r" b="b"/>
              <a:pathLst>
                <a:path w="2283" h="2283" extrusionOk="0">
                  <a:moveTo>
                    <a:pt x="1141" y="1"/>
                  </a:moveTo>
                  <a:cubicBezTo>
                    <a:pt x="511" y="1"/>
                    <a:pt x="0" y="511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2" y="1772"/>
                    <a:pt x="2282" y="1142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11"/>
            <p:cNvSpPr/>
            <p:nvPr/>
          </p:nvSpPr>
          <p:spPr>
            <a:xfrm rot="157512">
              <a:off x="7885492" y="4168682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1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2" y="2281"/>
                    <a:pt x="2281" y="1770"/>
                    <a:pt x="2281" y="1141"/>
                  </a:cubicBezTo>
                  <a:cubicBezTo>
                    <a:pt x="2281" y="511"/>
                    <a:pt x="1772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13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538" name="Google Shape;538;p13"/>
          <p:cNvSpPr txBox="1">
            <a:spLocks noGrp="1"/>
          </p:cNvSpPr>
          <p:nvPr>
            <p:ph type="subTitle" idx="1"/>
          </p:nvPr>
        </p:nvSpPr>
        <p:spPr>
          <a:xfrm>
            <a:off x="5784713" y="1520950"/>
            <a:ext cx="24687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9" name="Google Shape;539;p13"/>
          <p:cNvSpPr txBox="1">
            <a:spLocks noGrp="1"/>
          </p:cNvSpPr>
          <p:nvPr>
            <p:ph type="title" idx="2" hasCustomPrompt="1"/>
          </p:nvPr>
        </p:nvSpPr>
        <p:spPr>
          <a:xfrm>
            <a:off x="890575" y="1520950"/>
            <a:ext cx="976800" cy="484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40" name="Google Shape;540;p13"/>
          <p:cNvSpPr txBox="1">
            <a:spLocks noGrp="1"/>
          </p:cNvSpPr>
          <p:nvPr>
            <p:ph type="subTitle" idx="3"/>
          </p:nvPr>
        </p:nvSpPr>
        <p:spPr>
          <a:xfrm>
            <a:off x="1954644" y="1520950"/>
            <a:ext cx="37428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41" name="Google Shape;541;p13"/>
          <p:cNvSpPr txBox="1">
            <a:spLocks noGrp="1"/>
          </p:cNvSpPr>
          <p:nvPr>
            <p:ph type="subTitle" idx="4"/>
          </p:nvPr>
        </p:nvSpPr>
        <p:spPr>
          <a:xfrm>
            <a:off x="5784713" y="2154035"/>
            <a:ext cx="24687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2" name="Google Shape;542;p13"/>
          <p:cNvSpPr txBox="1">
            <a:spLocks noGrp="1"/>
          </p:cNvSpPr>
          <p:nvPr>
            <p:ph type="title" idx="5" hasCustomPrompt="1"/>
          </p:nvPr>
        </p:nvSpPr>
        <p:spPr>
          <a:xfrm>
            <a:off x="890575" y="2154035"/>
            <a:ext cx="976800" cy="484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43" name="Google Shape;543;p13"/>
          <p:cNvSpPr txBox="1">
            <a:spLocks noGrp="1"/>
          </p:cNvSpPr>
          <p:nvPr>
            <p:ph type="subTitle" idx="6"/>
          </p:nvPr>
        </p:nvSpPr>
        <p:spPr>
          <a:xfrm>
            <a:off x="1954644" y="2154035"/>
            <a:ext cx="37428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44" name="Google Shape;544;p13"/>
          <p:cNvSpPr txBox="1">
            <a:spLocks noGrp="1"/>
          </p:cNvSpPr>
          <p:nvPr>
            <p:ph type="subTitle" idx="7"/>
          </p:nvPr>
        </p:nvSpPr>
        <p:spPr>
          <a:xfrm>
            <a:off x="5784713" y="2787120"/>
            <a:ext cx="24687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5" name="Google Shape;545;p13"/>
          <p:cNvSpPr txBox="1">
            <a:spLocks noGrp="1"/>
          </p:cNvSpPr>
          <p:nvPr>
            <p:ph type="title" idx="8" hasCustomPrompt="1"/>
          </p:nvPr>
        </p:nvSpPr>
        <p:spPr>
          <a:xfrm>
            <a:off x="890575" y="2787120"/>
            <a:ext cx="976800" cy="484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46" name="Google Shape;546;p13"/>
          <p:cNvSpPr txBox="1">
            <a:spLocks noGrp="1"/>
          </p:cNvSpPr>
          <p:nvPr>
            <p:ph type="subTitle" idx="9"/>
          </p:nvPr>
        </p:nvSpPr>
        <p:spPr>
          <a:xfrm>
            <a:off x="1954644" y="2787120"/>
            <a:ext cx="37428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47" name="Google Shape;547;p13"/>
          <p:cNvSpPr txBox="1">
            <a:spLocks noGrp="1"/>
          </p:cNvSpPr>
          <p:nvPr>
            <p:ph type="subTitle" idx="13"/>
          </p:nvPr>
        </p:nvSpPr>
        <p:spPr>
          <a:xfrm>
            <a:off x="5784713" y="3420205"/>
            <a:ext cx="24687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8" name="Google Shape;548;p13"/>
          <p:cNvSpPr txBox="1">
            <a:spLocks noGrp="1"/>
          </p:cNvSpPr>
          <p:nvPr>
            <p:ph type="title" idx="14" hasCustomPrompt="1"/>
          </p:nvPr>
        </p:nvSpPr>
        <p:spPr>
          <a:xfrm>
            <a:off x="890575" y="3420205"/>
            <a:ext cx="976800" cy="484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49" name="Google Shape;549;p13"/>
          <p:cNvSpPr txBox="1">
            <a:spLocks noGrp="1"/>
          </p:cNvSpPr>
          <p:nvPr>
            <p:ph type="subTitle" idx="15"/>
          </p:nvPr>
        </p:nvSpPr>
        <p:spPr>
          <a:xfrm>
            <a:off x="1954644" y="3420205"/>
            <a:ext cx="37428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50" name="Google Shape;550;p13"/>
          <p:cNvSpPr txBox="1">
            <a:spLocks noGrp="1"/>
          </p:cNvSpPr>
          <p:nvPr>
            <p:ph type="subTitle" idx="16"/>
          </p:nvPr>
        </p:nvSpPr>
        <p:spPr>
          <a:xfrm>
            <a:off x="5784713" y="4053290"/>
            <a:ext cx="24687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1" name="Google Shape;551;p13"/>
          <p:cNvSpPr txBox="1">
            <a:spLocks noGrp="1"/>
          </p:cNvSpPr>
          <p:nvPr>
            <p:ph type="title" idx="17" hasCustomPrompt="1"/>
          </p:nvPr>
        </p:nvSpPr>
        <p:spPr>
          <a:xfrm>
            <a:off x="890575" y="4053290"/>
            <a:ext cx="976800" cy="484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52" name="Google Shape;552;p13"/>
          <p:cNvSpPr txBox="1">
            <a:spLocks noGrp="1"/>
          </p:cNvSpPr>
          <p:nvPr>
            <p:ph type="subTitle" idx="18"/>
          </p:nvPr>
        </p:nvSpPr>
        <p:spPr>
          <a:xfrm>
            <a:off x="1954644" y="4053290"/>
            <a:ext cx="37428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grpSp>
        <p:nvGrpSpPr>
          <p:cNvPr id="553" name="Google Shape;553;p13"/>
          <p:cNvGrpSpPr/>
          <p:nvPr/>
        </p:nvGrpSpPr>
        <p:grpSpPr>
          <a:xfrm>
            <a:off x="-3773061" y="-978862"/>
            <a:ext cx="5036265" cy="4113315"/>
            <a:chOff x="4780389" y="2513201"/>
            <a:chExt cx="5036265" cy="4113315"/>
          </a:xfrm>
        </p:grpSpPr>
        <p:grpSp>
          <p:nvGrpSpPr>
            <p:cNvPr id="554" name="Google Shape;554;p13"/>
            <p:cNvGrpSpPr/>
            <p:nvPr/>
          </p:nvGrpSpPr>
          <p:grpSpPr>
            <a:xfrm>
              <a:off x="4780389" y="2513201"/>
              <a:ext cx="5036265" cy="4113315"/>
              <a:chOff x="4673664" y="2214101"/>
              <a:chExt cx="5036265" cy="4113315"/>
            </a:xfrm>
          </p:grpSpPr>
          <p:sp>
            <p:nvSpPr>
              <p:cNvPr id="555" name="Google Shape;555;p13"/>
              <p:cNvSpPr/>
              <p:nvPr/>
            </p:nvSpPr>
            <p:spPr>
              <a:xfrm rot="157512">
                <a:off x="9047033" y="4559649"/>
                <a:ext cx="57072" cy="57047"/>
              </a:xfrm>
              <a:custGeom>
                <a:avLst/>
                <a:gdLst/>
                <a:ahLst/>
                <a:cxnLst/>
                <a:rect l="l" t="t" r="r" b="b"/>
                <a:pathLst>
                  <a:path w="2283" h="2282" extrusionOk="0">
                    <a:moveTo>
                      <a:pt x="1141" y="1"/>
                    </a:moveTo>
                    <a:cubicBezTo>
                      <a:pt x="511" y="1"/>
                      <a:pt x="0" y="512"/>
                      <a:pt x="0" y="1142"/>
                    </a:cubicBezTo>
                    <a:cubicBezTo>
                      <a:pt x="0" y="1771"/>
                      <a:pt x="511" y="2282"/>
                      <a:pt x="1141" y="2282"/>
                    </a:cubicBezTo>
                    <a:cubicBezTo>
                      <a:pt x="1771" y="2282"/>
                      <a:pt x="2282" y="1771"/>
                      <a:pt x="2282" y="1142"/>
                    </a:cubicBezTo>
                    <a:cubicBezTo>
                      <a:pt x="2282" y="512"/>
                      <a:pt x="1771" y="1"/>
                      <a:pt x="11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556" name="Google Shape;556;p13"/>
              <p:cNvGrpSpPr/>
              <p:nvPr/>
            </p:nvGrpSpPr>
            <p:grpSpPr>
              <a:xfrm>
                <a:off x="4673664" y="2214101"/>
                <a:ext cx="5036265" cy="4113315"/>
                <a:chOff x="4673664" y="2214101"/>
                <a:chExt cx="5036265" cy="4113315"/>
              </a:xfrm>
            </p:grpSpPr>
            <p:grpSp>
              <p:nvGrpSpPr>
                <p:cNvPr id="557" name="Google Shape;557;p13"/>
                <p:cNvGrpSpPr/>
                <p:nvPr/>
              </p:nvGrpSpPr>
              <p:grpSpPr>
                <a:xfrm>
                  <a:off x="4673664" y="2214101"/>
                  <a:ext cx="5036265" cy="4113315"/>
                  <a:chOff x="3825164" y="427026"/>
                  <a:chExt cx="5036265" cy="4113315"/>
                </a:xfrm>
              </p:grpSpPr>
              <p:sp>
                <p:nvSpPr>
                  <p:cNvPr id="558" name="Google Shape;558;p13"/>
                  <p:cNvSpPr/>
                  <p:nvPr/>
                </p:nvSpPr>
                <p:spPr>
                  <a:xfrm rot="157512">
                    <a:off x="6915828" y="473247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59" name="Google Shape;559;p13"/>
                  <p:cNvSpPr/>
                  <p:nvPr/>
                </p:nvSpPr>
                <p:spPr>
                  <a:xfrm rot="157512">
                    <a:off x="7541687" y="457392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60" name="Google Shape;560;p13"/>
                  <p:cNvSpPr/>
                  <p:nvPr/>
                </p:nvSpPr>
                <p:spPr>
                  <a:xfrm rot="157512">
                    <a:off x="8167572" y="441537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61" name="Google Shape;561;p13"/>
                  <p:cNvSpPr/>
                  <p:nvPr/>
                </p:nvSpPr>
                <p:spPr>
                  <a:xfrm rot="157512">
                    <a:off x="7242491" y="100735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5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62" name="Google Shape;562;p13"/>
                  <p:cNvSpPr/>
                  <p:nvPr/>
                </p:nvSpPr>
                <p:spPr>
                  <a:xfrm rot="157512">
                    <a:off x="7868375" y="991501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63" name="Google Shape;563;p13"/>
                  <p:cNvSpPr/>
                  <p:nvPr/>
                </p:nvSpPr>
                <p:spPr>
                  <a:xfrm rot="157512">
                    <a:off x="6943294" y="1557320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5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64" name="Google Shape;564;p13"/>
                  <p:cNvSpPr/>
                  <p:nvPr/>
                </p:nvSpPr>
                <p:spPr>
                  <a:xfrm rot="157512">
                    <a:off x="7569154" y="1541466"/>
                    <a:ext cx="650217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4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65" name="Google Shape;565;p13"/>
                  <p:cNvSpPr/>
                  <p:nvPr/>
                </p:nvSpPr>
                <p:spPr>
                  <a:xfrm rot="157512">
                    <a:off x="8195039" y="1525586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66" name="Google Shape;566;p13"/>
                  <p:cNvSpPr/>
                  <p:nvPr/>
                </p:nvSpPr>
                <p:spPr>
                  <a:xfrm rot="157512">
                    <a:off x="4140535" y="2170703"/>
                    <a:ext cx="65021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0"/>
                        </a:lnTo>
                        <a:lnTo>
                          <a:pt x="1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67" name="Google Shape;567;p13"/>
                  <p:cNvSpPr/>
                  <p:nvPr/>
                </p:nvSpPr>
                <p:spPr>
                  <a:xfrm rot="157512">
                    <a:off x="4766419" y="215484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1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4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68" name="Google Shape;568;p13"/>
                  <p:cNvSpPr/>
                  <p:nvPr/>
                </p:nvSpPr>
                <p:spPr>
                  <a:xfrm rot="157512">
                    <a:off x="5392303" y="2138993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69" name="Google Shape;569;p13"/>
                  <p:cNvSpPr/>
                  <p:nvPr/>
                </p:nvSpPr>
                <p:spPr>
                  <a:xfrm rot="157512">
                    <a:off x="6018188" y="2123139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70" name="Google Shape;570;p13"/>
                  <p:cNvSpPr/>
                  <p:nvPr/>
                </p:nvSpPr>
                <p:spPr>
                  <a:xfrm rot="157512">
                    <a:off x="6644073" y="2107259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8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71" name="Google Shape;571;p13"/>
                  <p:cNvSpPr/>
                  <p:nvPr/>
                </p:nvSpPr>
                <p:spPr>
                  <a:xfrm rot="157512">
                    <a:off x="7269957" y="2091430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72" name="Google Shape;572;p13"/>
                  <p:cNvSpPr/>
                  <p:nvPr/>
                </p:nvSpPr>
                <p:spPr>
                  <a:xfrm rot="157512">
                    <a:off x="7895842" y="2075550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9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73" name="Google Shape;573;p13"/>
                  <p:cNvSpPr/>
                  <p:nvPr/>
                </p:nvSpPr>
                <p:spPr>
                  <a:xfrm rot="157512">
                    <a:off x="3841337" y="272066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5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74" name="Google Shape;574;p13"/>
                  <p:cNvSpPr/>
                  <p:nvPr/>
                </p:nvSpPr>
                <p:spPr>
                  <a:xfrm rot="157512">
                    <a:off x="4467198" y="2704787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3"/>
                        </a:lnTo>
                        <a:lnTo>
                          <a:pt x="1030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75" name="Google Shape;575;p13"/>
                  <p:cNvSpPr/>
                  <p:nvPr/>
                </p:nvSpPr>
                <p:spPr>
                  <a:xfrm rot="157512">
                    <a:off x="5093107" y="268895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76" name="Google Shape;576;p13"/>
                  <p:cNvSpPr/>
                  <p:nvPr/>
                </p:nvSpPr>
                <p:spPr>
                  <a:xfrm rot="157512">
                    <a:off x="5718992" y="2673103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77" name="Google Shape;577;p13"/>
                  <p:cNvSpPr/>
                  <p:nvPr/>
                </p:nvSpPr>
                <p:spPr>
                  <a:xfrm rot="157512">
                    <a:off x="6344876" y="2657223"/>
                    <a:ext cx="65016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5" y="1"/>
                        </a:lnTo>
                        <a:lnTo>
                          <a:pt x="0" y="8103"/>
                        </a:lnTo>
                        <a:lnTo>
                          <a:pt x="1028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78" name="Google Shape;578;p13"/>
                  <p:cNvSpPr/>
                  <p:nvPr/>
                </p:nvSpPr>
                <p:spPr>
                  <a:xfrm rot="157512">
                    <a:off x="6970736" y="2641369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79" name="Google Shape;579;p13"/>
                  <p:cNvSpPr/>
                  <p:nvPr/>
                </p:nvSpPr>
                <p:spPr>
                  <a:xfrm rot="157512">
                    <a:off x="4168001" y="3254751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4"/>
                        </a:moveTo>
                        <a:lnTo>
                          <a:pt x="24980" y="6322"/>
                        </a:lnTo>
                        <a:lnTo>
                          <a:pt x="11977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80" name="Google Shape;580;p13"/>
                  <p:cNvSpPr/>
                  <p:nvPr/>
                </p:nvSpPr>
                <p:spPr>
                  <a:xfrm rot="157512">
                    <a:off x="4793885" y="3238896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7" y="0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81" name="Google Shape;581;p13"/>
                  <p:cNvSpPr/>
                  <p:nvPr/>
                </p:nvSpPr>
                <p:spPr>
                  <a:xfrm rot="157512">
                    <a:off x="5419770" y="3223067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1" y="6320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82" name="Google Shape;582;p13"/>
                  <p:cNvSpPr/>
                  <p:nvPr/>
                </p:nvSpPr>
                <p:spPr>
                  <a:xfrm rot="157512">
                    <a:off x="6045654" y="320718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83" name="Google Shape;583;p13"/>
                  <p:cNvSpPr/>
                  <p:nvPr/>
                </p:nvSpPr>
                <p:spPr>
                  <a:xfrm rot="157512">
                    <a:off x="3868779" y="3804714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4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2"/>
                        </a:lnTo>
                        <a:lnTo>
                          <a:pt x="1030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84" name="Google Shape;584;p13"/>
                  <p:cNvSpPr/>
                  <p:nvPr/>
                </p:nvSpPr>
                <p:spPr>
                  <a:xfrm rot="157512">
                    <a:off x="4494689" y="3788860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85" name="Google Shape;585;p13"/>
                  <p:cNvSpPr/>
                  <p:nvPr/>
                </p:nvSpPr>
                <p:spPr>
                  <a:xfrm rot="157512">
                    <a:off x="5120574" y="377300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586" name="Google Shape;586;p13"/>
                <p:cNvSpPr/>
                <p:nvPr/>
              </p:nvSpPr>
              <p:spPr>
                <a:xfrm rot="157512">
                  <a:off x="6228998" y="4446717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1"/>
                        <a:pt x="1142" y="2281"/>
                      </a:cubicBezTo>
                      <a:cubicBezTo>
                        <a:pt x="1772" y="2281"/>
                        <a:pt x="2283" y="1772"/>
                        <a:pt x="2283" y="1141"/>
                      </a:cubicBezTo>
                      <a:cubicBezTo>
                        <a:pt x="2283" y="511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87" name="Google Shape;587;p13"/>
                <p:cNvSpPr/>
                <p:nvPr/>
              </p:nvSpPr>
              <p:spPr>
                <a:xfrm rot="157512">
                  <a:off x="9351770" y="4005108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1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2"/>
                        <a:pt x="511" y="2282"/>
                        <a:pt x="1141" y="2282"/>
                      </a:cubicBezTo>
                      <a:cubicBezTo>
                        <a:pt x="1771" y="2282"/>
                        <a:pt x="2281" y="1772"/>
                        <a:pt x="2281" y="1141"/>
                      </a:cubicBezTo>
                      <a:cubicBezTo>
                        <a:pt x="2281" y="511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88" name="Google Shape;588;p13"/>
                <p:cNvSpPr/>
                <p:nvPr/>
              </p:nvSpPr>
              <p:spPr>
                <a:xfrm rot="157512">
                  <a:off x="8403706" y="3847890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89" name="Google Shape;589;p13"/>
                <p:cNvSpPr/>
                <p:nvPr/>
              </p:nvSpPr>
              <p:spPr>
                <a:xfrm rot="157512">
                  <a:off x="8124633" y="5115580"/>
                  <a:ext cx="57047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2" extrusionOk="0">
                      <a:moveTo>
                        <a:pt x="1140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1"/>
                        <a:pt x="510" y="2281"/>
                        <a:pt x="1140" y="2281"/>
                      </a:cubicBezTo>
                      <a:cubicBezTo>
                        <a:pt x="1771" y="2281"/>
                        <a:pt x="2281" y="1771"/>
                        <a:pt x="2281" y="1141"/>
                      </a:cubicBezTo>
                      <a:cubicBezTo>
                        <a:pt x="2281" y="511"/>
                        <a:pt x="1771" y="0"/>
                        <a:pt x="114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0" name="Google Shape;590;p13"/>
                <p:cNvSpPr/>
                <p:nvPr/>
              </p:nvSpPr>
              <p:spPr>
                <a:xfrm rot="157512">
                  <a:off x="6574005" y="5703526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1" name="Google Shape;591;p13"/>
                <p:cNvSpPr/>
                <p:nvPr/>
              </p:nvSpPr>
              <p:spPr>
                <a:xfrm rot="157512">
                  <a:off x="5957267" y="6080755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0"/>
                      </a:moveTo>
                      <a:cubicBezTo>
                        <a:pt x="511" y="0"/>
                        <a:pt x="0" y="510"/>
                        <a:pt x="0" y="1140"/>
                      </a:cubicBezTo>
                      <a:cubicBezTo>
                        <a:pt x="0" y="1770"/>
                        <a:pt x="511" y="2281"/>
                        <a:pt x="1141" y="2281"/>
                      </a:cubicBezTo>
                      <a:cubicBezTo>
                        <a:pt x="1771" y="2281"/>
                        <a:pt x="2282" y="1770"/>
                        <a:pt x="2282" y="1140"/>
                      </a:cubicBezTo>
                      <a:cubicBezTo>
                        <a:pt x="2282" y="510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2" name="Google Shape;592;p13"/>
                <p:cNvSpPr/>
                <p:nvPr/>
              </p:nvSpPr>
              <p:spPr>
                <a:xfrm rot="157512">
                  <a:off x="5929801" y="4996682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1" y="0"/>
                        <a:pt x="1" y="510"/>
                        <a:pt x="1" y="1140"/>
                      </a:cubicBezTo>
                      <a:cubicBezTo>
                        <a:pt x="1" y="1771"/>
                        <a:pt x="511" y="2281"/>
                        <a:pt x="1142" y="2281"/>
                      </a:cubicBezTo>
                      <a:cubicBezTo>
                        <a:pt x="1772" y="2281"/>
                        <a:pt x="2283" y="1771"/>
                        <a:pt x="2283" y="1140"/>
                      </a:cubicBezTo>
                      <a:cubicBezTo>
                        <a:pt x="2283" y="510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3" name="Google Shape;593;p13"/>
                <p:cNvSpPr/>
                <p:nvPr/>
              </p:nvSpPr>
              <p:spPr>
                <a:xfrm rot="157512">
                  <a:off x="9015730" y="3465389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2"/>
                        <a:pt x="1142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594" name="Google Shape;594;p13"/>
            <p:cNvSpPr/>
            <p:nvPr/>
          </p:nvSpPr>
          <p:spPr>
            <a:xfrm rot="157512">
              <a:off x="8799542" y="3225845"/>
              <a:ext cx="57022" cy="57072"/>
            </a:xfrm>
            <a:custGeom>
              <a:avLst/>
              <a:gdLst/>
              <a:ahLst/>
              <a:cxnLst/>
              <a:rect l="l" t="t" r="r" b="b"/>
              <a:pathLst>
                <a:path w="2281" h="2283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595;p13"/>
            <p:cNvSpPr/>
            <p:nvPr/>
          </p:nvSpPr>
          <p:spPr>
            <a:xfrm rot="157512">
              <a:off x="5710335" y="4761896"/>
              <a:ext cx="57072" cy="57072"/>
            </a:xfrm>
            <a:custGeom>
              <a:avLst/>
              <a:gdLst/>
              <a:ahLst/>
              <a:cxnLst/>
              <a:rect l="l" t="t" r="r" b="b"/>
              <a:pathLst>
                <a:path w="2283" h="2283" extrusionOk="0">
                  <a:moveTo>
                    <a:pt x="1141" y="1"/>
                  </a:moveTo>
                  <a:cubicBezTo>
                    <a:pt x="511" y="1"/>
                    <a:pt x="0" y="511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2" y="1772"/>
                    <a:pt x="2282" y="1142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596;p13"/>
            <p:cNvSpPr/>
            <p:nvPr/>
          </p:nvSpPr>
          <p:spPr>
            <a:xfrm rot="157512">
              <a:off x="7885492" y="4168682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1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2" y="2281"/>
                    <a:pt x="2281" y="1770"/>
                    <a:pt x="2281" y="1141"/>
                  </a:cubicBezTo>
                  <a:cubicBezTo>
                    <a:pt x="2281" y="511"/>
                    <a:pt x="1772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spTree>
      <p:nvGrpSpPr>
        <p:cNvPr id="1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14"/>
          <p:cNvSpPr txBox="1">
            <a:spLocks noGrp="1"/>
          </p:cNvSpPr>
          <p:nvPr>
            <p:ph type="title"/>
          </p:nvPr>
        </p:nvSpPr>
        <p:spPr>
          <a:xfrm>
            <a:off x="3424066" y="3475500"/>
            <a:ext cx="5006700" cy="53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599" name="Google Shape;599;p14"/>
          <p:cNvSpPr txBox="1">
            <a:spLocks noGrp="1"/>
          </p:cNvSpPr>
          <p:nvPr>
            <p:ph type="subTitle" idx="1"/>
          </p:nvPr>
        </p:nvSpPr>
        <p:spPr>
          <a:xfrm>
            <a:off x="3423950" y="1025400"/>
            <a:ext cx="5006700" cy="245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grpSp>
        <p:nvGrpSpPr>
          <p:cNvPr id="600" name="Google Shape;600;p14"/>
          <p:cNvGrpSpPr/>
          <p:nvPr/>
        </p:nvGrpSpPr>
        <p:grpSpPr>
          <a:xfrm>
            <a:off x="7107962" y="-355553"/>
            <a:ext cx="1934332" cy="1332011"/>
            <a:chOff x="7107962" y="-355553"/>
            <a:chExt cx="1934332" cy="1332011"/>
          </a:xfrm>
        </p:grpSpPr>
        <p:sp>
          <p:nvSpPr>
            <p:cNvPr id="601" name="Google Shape;601;p14"/>
            <p:cNvSpPr/>
            <p:nvPr/>
          </p:nvSpPr>
          <p:spPr>
            <a:xfrm rot="-157512" flipH="1">
              <a:off x="7124135" y="209124"/>
              <a:ext cx="650192" cy="721089"/>
            </a:xfrm>
            <a:custGeom>
              <a:avLst/>
              <a:gdLst/>
              <a:ahLst/>
              <a:cxnLst/>
              <a:rect l="l" t="t" r="r" b="b"/>
              <a:pathLst>
                <a:path w="26009" h="28845" fill="none" extrusionOk="0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14"/>
            <p:cNvSpPr/>
            <p:nvPr/>
          </p:nvSpPr>
          <p:spPr>
            <a:xfrm rot="-157512" flipH="1">
              <a:off x="7112323" y="352569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603;p14"/>
            <p:cNvSpPr/>
            <p:nvPr/>
          </p:nvSpPr>
          <p:spPr>
            <a:xfrm rot="-157512" flipH="1">
              <a:off x="7729061" y="729798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04;p14"/>
            <p:cNvSpPr/>
            <p:nvPr/>
          </p:nvSpPr>
          <p:spPr>
            <a:xfrm rot="-157512" flipH="1">
              <a:off x="7756527" y="-354275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2" y="0"/>
                  </a:moveTo>
                  <a:cubicBezTo>
                    <a:pt x="511" y="0"/>
                    <a:pt x="1" y="510"/>
                    <a:pt x="1" y="1140"/>
                  </a:cubicBezTo>
                  <a:cubicBezTo>
                    <a:pt x="1" y="1771"/>
                    <a:pt x="511" y="2281"/>
                    <a:pt x="1142" y="2281"/>
                  </a:cubicBezTo>
                  <a:cubicBezTo>
                    <a:pt x="1772" y="2281"/>
                    <a:pt x="2283" y="1771"/>
                    <a:pt x="2283" y="1140"/>
                  </a:cubicBezTo>
                  <a:cubicBezTo>
                    <a:pt x="2283" y="510"/>
                    <a:pt x="1772" y="0"/>
                    <a:pt x="11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605;p14"/>
            <p:cNvSpPr/>
            <p:nvPr/>
          </p:nvSpPr>
          <p:spPr>
            <a:xfrm rot="-157512" flipH="1">
              <a:off x="8076682" y="-309131"/>
              <a:ext cx="650217" cy="721114"/>
            </a:xfrm>
            <a:custGeom>
              <a:avLst/>
              <a:gdLst/>
              <a:ahLst/>
              <a:cxnLst/>
              <a:rect l="l" t="t" r="r" b="b"/>
              <a:pathLst>
                <a:path w="26010" h="28846" fill="none" extrusionOk="0">
                  <a:moveTo>
                    <a:pt x="26009" y="20744"/>
                  </a:moveTo>
                  <a:lnTo>
                    <a:pt x="24980" y="6322"/>
                  </a:lnTo>
                  <a:lnTo>
                    <a:pt x="11977" y="1"/>
                  </a:lnTo>
                  <a:lnTo>
                    <a:pt x="0" y="8103"/>
                  </a:lnTo>
                  <a:lnTo>
                    <a:pt x="1029" y="22525"/>
                  </a:lnTo>
                  <a:lnTo>
                    <a:pt x="14034" y="28846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14"/>
            <p:cNvSpPr/>
            <p:nvPr/>
          </p:nvSpPr>
          <p:spPr>
            <a:xfrm rot="-157512" flipH="1">
              <a:off x="7450823" y="-324986"/>
              <a:ext cx="650192" cy="721114"/>
            </a:xfrm>
            <a:custGeom>
              <a:avLst/>
              <a:gdLst/>
              <a:ahLst/>
              <a:cxnLst/>
              <a:rect l="l" t="t" r="r" b="b"/>
              <a:pathLst>
                <a:path w="26009" h="28846" fill="none" extrusionOk="0">
                  <a:moveTo>
                    <a:pt x="26009" y="20743"/>
                  </a:moveTo>
                  <a:lnTo>
                    <a:pt x="24981" y="6321"/>
                  </a:lnTo>
                  <a:lnTo>
                    <a:pt x="11977" y="0"/>
                  </a:lnTo>
                  <a:lnTo>
                    <a:pt x="0" y="8103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607;p14"/>
            <p:cNvSpPr/>
            <p:nvPr/>
          </p:nvSpPr>
          <p:spPr>
            <a:xfrm rot="-157512" flipH="1">
              <a:off x="8375904" y="240832"/>
              <a:ext cx="650217" cy="721114"/>
            </a:xfrm>
            <a:custGeom>
              <a:avLst/>
              <a:gdLst/>
              <a:ahLst/>
              <a:cxnLst/>
              <a:rect l="l" t="t" r="r" b="b"/>
              <a:pathLst>
                <a:path w="26010" h="28846" fill="none" extrusionOk="0">
                  <a:moveTo>
                    <a:pt x="26010" y="20744"/>
                  </a:moveTo>
                  <a:lnTo>
                    <a:pt x="24982" y="6322"/>
                  </a:lnTo>
                  <a:lnTo>
                    <a:pt x="11977" y="1"/>
                  </a:lnTo>
                  <a:lnTo>
                    <a:pt x="1" y="8102"/>
                  </a:lnTo>
                  <a:lnTo>
                    <a:pt x="1030" y="22525"/>
                  </a:lnTo>
                  <a:lnTo>
                    <a:pt x="14034" y="28846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08;p14"/>
            <p:cNvSpPr/>
            <p:nvPr/>
          </p:nvSpPr>
          <p:spPr>
            <a:xfrm rot="-157512" flipH="1">
              <a:off x="7750020" y="224978"/>
              <a:ext cx="650192" cy="721114"/>
            </a:xfrm>
            <a:custGeom>
              <a:avLst/>
              <a:gdLst/>
              <a:ahLst/>
              <a:cxnLst/>
              <a:rect l="l" t="t" r="r" b="b"/>
              <a:pathLst>
                <a:path w="26009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3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09" name="Google Shape;609;p14"/>
          <p:cNvGrpSpPr/>
          <p:nvPr/>
        </p:nvGrpSpPr>
        <p:grpSpPr>
          <a:xfrm>
            <a:off x="108580" y="3475490"/>
            <a:ext cx="1961773" cy="2399979"/>
            <a:chOff x="108580" y="3135490"/>
            <a:chExt cx="1961773" cy="2399979"/>
          </a:xfrm>
        </p:grpSpPr>
        <p:sp>
          <p:nvSpPr>
            <p:cNvPr id="610" name="Google Shape;610;p14"/>
            <p:cNvSpPr/>
            <p:nvPr/>
          </p:nvSpPr>
          <p:spPr>
            <a:xfrm rot="-157512" flipH="1">
              <a:off x="1392148" y="3329544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611;p14"/>
            <p:cNvSpPr/>
            <p:nvPr/>
          </p:nvSpPr>
          <p:spPr>
            <a:xfrm rot="-157512" flipH="1">
              <a:off x="1064998" y="3864144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14"/>
            <p:cNvSpPr/>
            <p:nvPr/>
          </p:nvSpPr>
          <p:spPr>
            <a:xfrm rot="-157512" flipH="1">
              <a:off x="1364223" y="4406719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613;p14"/>
            <p:cNvSpPr/>
            <p:nvPr/>
          </p:nvSpPr>
          <p:spPr>
            <a:xfrm rot="-157512" flipH="1">
              <a:off x="119483" y="4382794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14" name="Google Shape;614;p14"/>
            <p:cNvGrpSpPr/>
            <p:nvPr/>
          </p:nvGrpSpPr>
          <p:grpSpPr>
            <a:xfrm>
              <a:off x="108580" y="3135490"/>
              <a:ext cx="1961773" cy="2399979"/>
              <a:chOff x="108580" y="3135490"/>
              <a:chExt cx="1961773" cy="2399979"/>
            </a:xfrm>
          </p:grpSpPr>
          <p:sp>
            <p:nvSpPr>
              <p:cNvPr id="615" name="Google Shape;615;p14"/>
              <p:cNvSpPr/>
              <p:nvPr/>
            </p:nvSpPr>
            <p:spPr>
              <a:xfrm rot="-157512" flipH="1">
                <a:off x="1376547" y="4265784"/>
                <a:ext cx="650167" cy="721089"/>
              </a:xfrm>
              <a:custGeom>
                <a:avLst/>
                <a:gdLst/>
                <a:ahLst/>
                <a:cxnLst/>
                <a:rect l="l" t="t" r="r" b="b"/>
                <a:pathLst>
                  <a:path w="26008" h="28845" fill="none" extrusionOk="0">
                    <a:moveTo>
                      <a:pt x="26008" y="20743"/>
                    </a:moveTo>
                    <a:lnTo>
                      <a:pt x="24980" y="6320"/>
                    </a:lnTo>
                    <a:lnTo>
                      <a:pt x="11975" y="1"/>
                    </a:lnTo>
                    <a:lnTo>
                      <a:pt x="0" y="8102"/>
                    </a:lnTo>
                    <a:lnTo>
                      <a:pt x="1028" y="22524"/>
                    </a:lnTo>
                    <a:lnTo>
                      <a:pt x="14032" y="28844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6" name="Google Shape;616;p14"/>
              <p:cNvSpPr/>
              <p:nvPr/>
            </p:nvSpPr>
            <p:spPr>
              <a:xfrm rot="-157512" flipH="1">
                <a:off x="1077325" y="3715820"/>
                <a:ext cx="650192" cy="721089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5" fill="none" extrusionOk="0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1"/>
                    </a:lnTo>
                    <a:lnTo>
                      <a:pt x="0" y="8102"/>
                    </a:lnTo>
                    <a:lnTo>
                      <a:pt x="1028" y="22525"/>
                    </a:lnTo>
                    <a:lnTo>
                      <a:pt x="14033" y="28844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7" name="Google Shape;617;p14"/>
              <p:cNvSpPr/>
              <p:nvPr/>
            </p:nvSpPr>
            <p:spPr>
              <a:xfrm rot="-157512" flipH="1">
                <a:off x="1404013" y="3181711"/>
                <a:ext cx="650167" cy="721089"/>
              </a:xfrm>
              <a:custGeom>
                <a:avLst/>
                <a:gdLst/>
                <a:ahLst/>
                <a:cxnLst/>
                <a:rect l="l" t="t" r="r" b="b"/>
                <a:pathLst>
                  <a:path w="26008" h="28845" fill="none" extrusionOk="0">
                    <a:moveTo>
                      <a:pt x="26008" y="20744"/>
                    </a:moveTo>
                    <a:lnTo>
                      <a:pt x="24980" y="6321"/>
                    </a:lnTo>
                    <a:lnTo>
                      <a:pt x="11976" y="1"/>
                    </a:lnTo>
                    <a:lnTo>
                      <a:pt x="0" y="8102"/>
                    </a:lnTo>
                    <a:lnTo>
                      <a:pt x="1028" y="22524"/>
                    </a:lnTo>
                    <a:lnTo>
                      <a:pt x="14032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8" name="Google Shape;618;p14"/>
              <p:cNvSpPr/>
              <p:nvPr/>
            </p:nvSpPr>
            <p:spPr>
              <a:xfrm rot="-157512" flipH="1">
                <a:off x="451466" y="3699965"/>
                <a:ext cx="650167" cy="721089"/>
              </a:xfrm>
              <a:custGeom>
                <a:avLst/>
                <a:gdLst/>
                <a:ahLst/>
                <a:cxnLst/>
                <a:rect l="l" t="t" r="r" b="b"/>
                <a:pathLst>
                  <a:path w="26008" h="28845" fill="none" extrusionOk="0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0"/>
                    </a:lnTo>
                    <a:lnTo>
                      <a:pt x="0" y="8102"/>
                    </a:lnTo>
                    <a:lnTo>
                      <a:pt x="1028" y="22524"/>
                    </a:lnTo>
                    <a:lnTo>
                      <a:pt x="14032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9" name="Google Shape;619;p14"/>
              <p:cNvSpPr/>
              <p:nvPr/>
            </p:nvSpPr>
            <p:spPr>
              <a:xfrm rot="-157512" flipH="1">
                <a:off x="152244" y="3150001"/>
                <a:ext cx="650192" cy="721089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5" fill="none" extrusionOk="0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0"/>
                    </a:lnTo>
                    <a:lnTo>
                      <a:pt x="1" y="8102"/>
                    </a:lnTo>
                    <a:lnTo>
                      <a:pt x="1029" y="22524"/>
                    </a:lnTo>
                    <a:lnTo>
                      <a:pt x="14033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0" name="Google Shape;620;p14"/>
              <p:cNvSpPr/>
              <p:nvPr/>
            </p:nvSpPr>
            <p:spPr>
              <a:xfrm rot="-157512" flipH="1">
                <a:off x="778129" y="3165856"/>
                <a:ext cx="650192" cy="721114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6" fill="none" extrusionOk="0">
                    <a:moveTo>
                      <a:pt x="26009" y="20743"/>
                    </a:moveTo>
                    <a:lnTo>
                      <a:pt x="24981" y="6321"/>
                    </a:lnTo>
                    <a:lnTo>
                      <a:pt x="11976" y="1"/>
                    </a:lnTo>
                    <a:lnTo>
                      <a:pt x="1" y="8102"/>
                    </a:lnTo>
                    <a:lnTo>
                      <a:pt x="1029" y="22525"/>
                    </a:lnTo>
                    <a:lnTo>
                      <a:pt x="14033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1" name="Google Shape;621;p14"/>
              <p:cNvSpPr/>
              <p:nvPr/>
            </p:nvSpPr>
            <p:spPr>
              <a:xfrm rot="-157512" flipH="1">
                <a:off x="124753" y="4234050"/>
                <a:ext cx="650217" cy="721114"/>
              </a:xfrm>
              <a:custGeom>
                <a:avLst/>
                <a:gdLst/>
                <a:ahLst/>
                <a:cxnLst/>
                <a:rect l="l" t="t" r="r" b="b"/>
                <a:pathLst>
                  <a:path w="26010" h="28846" fill="none" extrusionOk="0">
                    <a:moveTo>
                      <a:pt x="26009" y="20743"/>
                    </a:moveTo>
                    <a:lnTo>
                      <a:pt x="24980" y="6322"/>
                    </a:lnTo>
                    <a:lnTo>
                      <a:pt x="11976" y="1"/>
                    </a:lnTo>
                    <a:lnTo>
                      <a:pt x="0" y="8103"/>
                    </a:lnTo>
                    <a:lnTo>
                      <a:pt x="1029" y="22525"/>
                    </a:lnTo>
                    <a:lnTo>
                      <a:pt x="14033" y="28846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2" name="Google Shape;622;p14"/>
              <p:cNvSpPr/>
              <p:nvPr/>
            </p:nvSpPr>
            <p:spPr>
              <a:xfrm rot="-157512" flipH="1">
                <a:off x="423974" y="4784014"/>
                <a:ext cx="650192" cy="721089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5" fill="none" extrusionOk="0">
                    <a:moveTo>
                      <a:pt x="26009" y="20743"/>
                    </a:moveTo>
                    <a:lnTo>
                      <a:pt x="24980" y="6322"/>
                    </a:lnTo>
                    <a:lnTo>
                      <a:pt x="11976" y="1"/>
                    </a:lnTo>
                    <a:lnTo>
                      <a:pt x="0" y="8102"/>
                    </a:lnTo>
                    <a:lnTo>
                      <a:pt x="1029" y="22525"/>
                    </a:lnTo>
                    <a:lnTo>
                      <a:pt x="14032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3" name="Google Shape;623;p14"/>
              <p:cNvSpPr/>
              <p:nvPr/>
            </p:nvSpPr>
            <p:spPr>
              <a:xfrm rot="-157512" flipH="1">
                <a:off x="1049859" y="4799893"/>
                <a:ext cx="650192" cy="721064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4" fill="none" extrusionOk="0">
                    <a:moveTo>
                      <a:pt x="26009" y="20743"/>
                    </a:moveTo>
                    <a:lnTo>
                      <a:pt x="24980" y="6320"/>
                    </a:lnTo>
                    <a:lnTo>
                      <a:pt x="11976" y="0"/>
                    </a:lnTo>
                    <a:lnTo>
                      <a:pt x="0" y="8101"/>
                    </a:lnTo>
                    <a:lnTo>
                      <a:pt x="1028" y="22523"/>
                    </a:lnTo>
                    <a:lnTo>
                      <a:pt x="14033" y="28844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">
    <p:spTree>
      <p:nvGrpSpPr>
        <p:cNvPr id="1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5" name="Google Shape;625;p15"/>
          <p:cNvGrpSpPr/>
          <p:nvPr/>
        </p:nvGrpSpPr>
        <p:grpSpPr>
          <a:xfrm rot="10800000">
            <a:off x="5530217" y="3662226"/>
            <a:ext cx="3811962" cy="1913484"/>
            <a:chOff x="4673664" y="4413931"/>
            <a:chExt cx="3811962" cy="1913484"/>
          </a:xfrm>
        </p:grpSpPr>
        <p:grpSp>
          <p:nvGrpSpPr>
            <p:cNvPr id="626" name="Google Shape;626;p15"/>
            <p:cNvGrpSpPr/>
            <p:nvPr/>
          </p:nvGrpSpPr>
          <p:grpSpPr>
            <a:xfrm>
              <a:off x="4673664" y="4413931"/>
              <a:ext cx="3811962" cy="1913484"/>
              <a:chOff x="3825164" y="2626856"/>
              <a:chExt cx="3811962" cy="1913484"/>
            </a:xfrm>
          </p:grpSpPr>
          <p:sp>
            <p:nvSpPr>
              <p:cNvPr id="627" name="Google Shape;627;p15"/>
              <p:cNvSpPr/>
              <p:nvPr/>
            </p:nvSpPr>
            <p:spPr>
              <a:xfrm rot="157512">
                <a:off x="3841337" y="2720667"/>
                <a:ext cx="650192" cy="721114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6" fill="none" extrusionOk="0">
                    <a:moveTo>
                      <a:pt x="26009" y="20743"/>
                    </a:moveTo>
                    <a:lnTo>
                      <a:pt x="24980" y="6321"/>
                    </a:lnTo>
                    <a:lnTo>
                      <a:pt x="11975" y="0"/>
                    </a:lnTo>
                    <a:lnTo>
                      <a:pt x="0" y="8102"/>
                    </a:lnTo>
                    <a:lnTo>
                      <a:pt x="1029" y="22524"/>
                    </a:lnTo>
                    <a:lnTo>
                      <a:pt x="14032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8" name="Google Shape;628;p15"/>
              <p:cNvSpPr/>
              <p:nvPr/>
            </p:nvSpPr>
            <p:spPr>
              <a:xfrm rot="157512">
                <a:off x="4467198" y="2704787"/>
                <a:ext cx="650217" cy="721114"/>
              </a:xfrm>
              <a:custGeom>
                <a:avLst/>
                <a:gdLst/>
                <a:ahLst/>
                <a:cxnLst/>
                <a:rect l="l" t="t" r="r" b="b"/>
                <a:pathLst>
                  <a:path w="26010" h="28846" fill="none" extrusionOk="0">
                    <a:moveTo>
                      <a:pt x="26010" y="20743"/>
                    </a:moveTo>
                    <a:lnTo>
                      <a:pt x="24982" y="6322"/>
                    </a:lnTo>
                    <a:lnTo>
                      <a:pt x="11977" y="1"/>
                    </a:lnTo>
                    <a:lnTo>
                      <a:pt x="1" y="8103"/>
                    </a:lnTo>
                    <a:lnTo>
                      <a:pt x="1030" y="22525"/>
                    </a:lnTo>
                    <a:lnTo>
                      <a:pt x="14033" y="28846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9" name="Google Shape;629;p15"/>
              <p:cNvSpPr/>
              <p:nvPr/>
            </p:nvSpPr>
            <p:spPr>
              <a:xfrm rot="157512">
                <a:off x="5093107" y="2688958"/>
                <a:ext cx="650192" cy="721089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5" fill="none" extrusionOk="0">
                    <a:moveTo>
                      <a:pt x="26008" y="20743"/>
                    </a:moveTo>
                    <a:lnTo>
                      <a:pt x="24980" y="6320"/>
                    </a:lnTo>
                    <a:lnTo>
                      <a:pt x="11976" y="0"/>
                    </a:lnTo>
                    <a:lnTo>
                      <a:pt x="1" y="8102"/>
                    </a:lnTo>
                    <a:lnTo>
                      <a:pt x="1029" y="22523"/>
                    </a:lnTo>
                    <a:lnTo>
                      <a:pt x="14033" y="28844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0" name="Google Shape;630;p15"/>
              <p:cNvSpPr/>
              <p:nvPr/>
            </p:nvSpPr>
            <p:spPr>
              <a:xfrm rot="157512">
                <a:off x="5718992" y="2673103"/>
                <a:ext cx="650192" cy="721064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4" fill="none" extrusionOk="0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0"/>
                    </a:lnTo>
                    <a:lnTo>
                      <a:pt x="0" y="8101"/>
                    </a:lnTo>
                    <a:lnTo>
                      <a:pt x="1028" y="22524"/>
                    </a:lnTo>
                    <a:lnTo>
                      <a:pt x="14033" y="28844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1" name="Google Shape;631;p15"/>
              <p:cNvSpPr/>
              <p:nvPr/>
            </p:nvSpPr>
            <p:spPr>
              <a:xfrm rot="157512">
                <a:off x="6344876" y="2657223"/>
                <a:ext cx="650167" cy="721114"/>
              </a:xfrm>
              <a:custGeom>
                <a:avLst/>
                <a:gdLst/>
                <a:ahLst/>
                <a:cxnLst/>
                <a:rect l="l" t="t" r="r" b="b"/>
                <a:pathLst>
                  <a:path w="26008" h="28846" fill="none" extrusionOk="0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5" y="1"/>
                    </a:lnTo>
                    <a:lnTo>
                      <a:pt x="0" y="8103"/>
                    </a:lnTo>
                    <a:lnTo>
                      <a:pt x="1028" y="22525"/>
                    </a:lnTo>
                    <a:lnTo>
                      <a:pt x="14032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2" name="Google Shape;632;p15"/>
              <p:cNvSpPr/>
              <p:nvPr/>
            </p:nvSpPr>
            <p:spPr>
              <a:xfrm rot="157512">
                <a:off x="6970736" y="2641369"/>
                <a:ext cx="650217" cy="721114"/>
              </a:xfrm>
              <a:custGeom>
                <a:avLst/>
                <a:gdLst/>
                <a:ahLst/>
                <a:cxnLst/>
                <a:rect l="l" t="t" r="r" b="b"/>
                <a:pathLst>
                  <a:path w="26010" h="28846" fill="none" extrusionOk="0">
                    <a:moveTo>
                      <a:pt x="26010" y="20743"/>
                    </a:moveTo>
                    <a:lnTo>
                      <a:pt x="24981" y="6321"/>
                    </a:lnTo>
                    <a:lnTo>
                      <a:pt x="11976" y="0"/>
                    </a:lnTo>
                    <a:lnTo>
                      <a:pt x="1" y="8102"/>
                    </a:lnTo>
                    <a:lnTo>
                      <a:pt x="1029" y="22524"/>
                    </a:lnTo>
                    <a:lnTo>
                      <a:pt x="14033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3" name="Google Shape;633;p15"/>
              <p:cNvSpPr/>
              <p:nvPr/>
            </p:nvSpPr>
            <p:spPr>
              <a:xfrm rot="157512">
                <a:off x="4168001" y="3254751"/>
                <a:ext cx="650217" cy="721114"/>
              </a:xfrm>
              <a:custGeom>
                <a:avLst/>
                <a:gdLst/>
                <a:ahLst/>
                <a:cxnLst/>
                <a:rect l="l" t="t" r="r" b="b"/>
                <a:pathLst>
                  <a:path w="26010" h="28846" fill="none" extrusionOk="0">
                    <a:moveTo>
                      <a:pt x="26009" y="20744"/>
                    </a:moveTo>
                    <a:lnTo>
                      <a:pt x="24980" y="6322"/>
                    </a:lnTo>
                    <a:lnTo>
                      <a:pt x="11977" y="1"/>
                    </a:lnTo>
                    <a:lnTo>
                      <a:pt x="0" y="8103"/>
                    </a:lnTo>
                    <a:lnTo>
                      <a:pt x="1029" y="22525"/>
                    </a:lnTo>
                    <a:lnTo>
                      <a:pt x="14034" y="28846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4" name="Google Shape;634;p15"/>
              <p:cNvSpPr/>
              <p:nvPr/>
            </p:nvSpPr>
            <p:spPr>
              <a:xfrm rot="157512">
                <a:off x="4793885" y="3238896"/>
                <a:ext cx="650192" cy="721114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6" fill="none" extrusionOk="0">
                    <a:moveTo>
                      <a:pt x="26009" y="20743"/>
                    </a:moveTo>
                    <a:lnTo>
                      <a:pt x="24981" y="6321"/>
                    </a:lnTo>
                    <a:lnTo>
                      <a:pt x="11977" y="0"/>
                    </a:lnTo>
                    <a:lnTo>
                      <a:pt x="0" y="8103"/>
                    </a:lnTo>
                    <a:lnTo>
                      <a:pt x="1029" y="22525"/>
                    </a:lnTo>
                    <a:lnTo>
                      <a:pt x="14033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5" name="Google Shape;635;p15"/>
              <p:cNvSpPr/>
              <p:nvPr/>
            </p:nvSpPr>
            <p:spPr>
              <a:xfrm rot="157512">
                <a:off x="5419770" y="3223067"/>
                <a:ext cx="650192" cy="721064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4" fill="none" extrusionOk="0">
                    <a:moveTo>
                      <a:pt x="26009" y="20743"/>
                    </a:moveTo>
                    <a:lnTo>
                      <a:pt x="24981" y="6320"/>
                    </a:lnTo>
                    <a:lnTo>
                      <a:pt x="11976" y="0"/>
                    </a:lnTo>
                    <a:lnTo>
                      <a:pt x="1" y="8101"/>
                    </a:lnTo>
                    <a:lnTo>
                      <a:pt x="1029" y="22523"/>
                    </a:lnTo>
                    <a:lnTo>
                      <a:pt x="14033" y="28844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6" name="Google Shape;636;p15"/>
              <p:cNvSpPr/>
              <p:nvPr/>
            </p:nvSpPr>
            <p:spPr>
              <a:xfrm rot="157512">
                <a:off x="6045654" y="3207187"/>
                <a:ext cx="650192" cy="721114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6" fill="none" extrusionOk="0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1"/>
                    </a:lnTo>
                    <a:lnTo>
                      <a:pt x="1" y="8102"/>
                    </a:lnTo>
                    <a:lnTo>
                      <a:pt x="1029" y="22525"/>
                    </a:lnTo>
                    <a:lnTo>
                      <a:pt x="14033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7" name="Google Shape;637;p15"/>
              <p:cNvSpPr/>
              <p:nvPr/>
            </p:nvSpPr>
            <p:spPr>
              <a:xfrm rot="157512">
                <a:off x="3868779" y="3804714"/>
                <a:ext cx="650217" cy="721114"/>
              </a:xfrm>
              <a:custGeom>
                <a:avLst/>
                <a:gdLst/>
                <a:ahLst/>
                <a:cxnLst/>
                <a:rect l="l" t="t" r="r" b="b"/>
                <a:pathLst>
                  <a:path w="26010" h="28846" fill="none" extrusionOk="0">
                    <a:moveTo>
                      <a:pt x="26010" y="20744"/>
                    </a:moveTo>
                    <a:lnTo>
                      <a:pt x="24982" y="6322"/>
                    </a:lnTo>
                    <a:lnTo>
                      <a:pt x="11977" y="1"/>
                    </a:lnTo>
                    <a:lnTo>
                      <a:pt x="1" y="8102"/>
                    </a:lnTo>
                    <a:lnTo>
                      <a:pt x="1030" y="22525"/>
                    </a:lnTo>
                    <a:lnTo>
                      <a:pt x="14034" y="28846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8" name="Google Shape;638;p15"/>
              <p:cNvSpPr/>
              <p:nvPr/>
            </p:nvSpPr>
            <p:spPr>
              <a:xfrm rot="157512">
                <a:off x="4494689" y="3788860"/>
                <a:ext cx="650192" cy="721114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6" fill="none" extrusionOk="0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1"/>
                    </a:lnTo>
                    <a:lnTo>
                      <a:pt x="1" y="8103"/>
                    </a:lnTo>
                    <a:lnTo>
                      <a:pt x="1029" y="22525"/>
                    </a:lnTo>
                    <a:lnTo>
                      <a:pt x="14033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9" name="Google Shape;639;p15"/>
              <p:cNvSpPr/>
              <p:nvPr/>
            </p:nvSpPr>
            <p:spPr>
              <a:xfrm rot="157512">
                <a:off x="5120574" y="3773006"/>
                <a:ext cx="650192" cy="721089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5" fill="none" extrusionOk="0">
                    <a:moveTo>
                      <a:pt x="26008" y="20744"/>
                    </a:moveTo>
                    <a:lnTo>
                      <a:pt x="24980" y="6321"/>
                    </a:lnTo>
                    <a:lnTo>
                      <a:pt x="11976" y="0"/>
                    </a:lnTo>
                    <a:lnTo>
                      <a:pt x="0" y="8102"/>
                    </a:lnTo>
                    <a:lnTo>
                      <a:pt x="1028" y="22524"/>
                    </a:lnTo>
                    <a:lnTo>
                      <a:pt x="14033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640" name="Google Shape;640;p15"/>
            <p:cNvSpPr/>
            <p:nvPr/>
          </p:nvSpPr>
          <p:spPr>
            <a:xfrm rot="157512">
              <a:off x="8124633" y="5115580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Google Shape;641;p15"/>
            <p:cNvSpPr/>
            <p:nvPr/>
          </p:nvSpPr>
          <p:spPr>
            <a:xfrm rot="157512">
              <a:off x="6574005" y="5703526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Google Shape;642;p15"/>
            <p:cNvSpPr/>
            <p:nvPr/>
          </p:nvSpPr>
          <p:spPr>
            <a:xfrm rot="157512">
              <a:off x="5957267" y="6080755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Google Shape;643;p15"/>
            <p:cNvSpPr/>
            <p:nvPr/>
          </p:nvSpPr>
          <p:spPr>
            <a:xfrm rot="157512">
              <a:off x="5929801" y="4996682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2" y="0"/>
                  </a:moveTo>
                  <a:cubicBezTo>
                    <a:pt x="511" y="0"/>
                    <a:pt x="1" y="510"/>
                    <a:pt x="1" y="1140"/>
                  </a:cubicBezTo>
                  <a:cubicBezTo>
                    <a:pt x="1" y="1771"/>
                    <a:pt x="511" y="2281"/>
                    <a:pt x="1142" y="2281"/>
                  </a:cubicBezTo>
                  <a:cubicBezTo>
                    <a:pt x="1772" y="2281"/>
                    <a:pt x="2283" y="1771"/>
                    <a:pt x="2283" y="1140"/>
                  </a:cubicBezTo>
                  <a:cubicBezTo>
                    <a:pt x="2283" y="510"/>
                    <a:pt x="1772" y="0"/>
                    <a:pt x="11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44" name="Google Shape;644;p15"/>
          <p:cNvSpPr txBox="1">
            <a:spLocks noGrp="1"/>
          </p:cNvSpPr>
          <p:nvPr>
            <p:ph type="title"/>
          </p:nvPr>
        </p:nvSpPr>
        <p:spPr>
          <a:xfrm>
            <a:off x="720000" y="1354363"/>
            <a:ext cx="3594000" cy="163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645" name="Google Shape;645;p15"/>
          <p:cNvSpPr txBox="1">
            <a:spLocks noGrp="1"/>
          </p:cNvSpPr>
          <p:nvPr>
            <p:ph type="subTitle" idx="1"/>
          </p:nvPr>
        </p:nvSpPr>
        <p:spPr>
          <a:xfrm>
            <a:off x="720000" y="2986350"/>
            <a:ext cx="3594000" cy="96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6" name="Google Shape;646;p15"/>
          <p:cNvSpPr>
            <a:spLocks noGrp="1"/>
          </p:cNvSpPr>
          <p:nvPr>
            <p:ph type="pic" idx="2"/>
          </p:nvPr>
        </p:nvSpPr>
        <p:spPr>
          <a:xfrm>
            <a:off x="4627875" y="778125"/>
            <a:ext cx="3627900" cy="37629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de-D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4">
    <p:spTree>
      <p:nvGrpSpPr>
        <p:cNvPr id="1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p16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649" name="Google Shape;649;p16"/>
          <p:cNvSpPr txBox="1">
            <a:spLocks noGrp="1"/>
          </p:cNvSpPr>
          <p:nvPr>
            <p:ph type="subTitle" idx="1"/>
          </p:nvPr>
        </p:nvSpPr>
        <p:spPr>
          <a:xfrm>
            <a:off x="720000" y="1448250"/>
            <a:ext cx="4466400" cy="238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naheim"/>
              <a:buChar char="◆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■"/>
              <a:defRPr/>
            </a:lvl9pPr>
          </a:lstStyle>
          <a:p>
            <a:endParaRPr/>
          </a:p>
        </p:txBody>
      </p:sp>
      <p:grpSp>
        <p:nvGrpSpPr>
          <p:cNvPr id="650" name="Google Shape;650;p16"/>
          <p:cNvGrpSpPr/>
          <p:nvPr/>
        </p:nvGrpSpPr>
        <p:grpSpPr>
          <a:xfrm rot="10800000">
            <a:off x="5530217" y="3471726"/>
            <a:ext cx="3811962" cy="1913484"/>
            <a:chOff x="4673664" y="4413931"/>
            <a:chExt cx="3811962" cy="1913484"/>
          </a:xfrm>
        </p:grpSpPr>
        <p:grpSp>
          <p:nvGrpSpPr>
            <p:cNvPr id="651" name="Google Shape;651;p16"/>
            <p:cNvGrpSpPr/>
            <p:nvPr/>
          </p:nvGrpSpPr>
          <p:grpSpPr>
            <a:xfrm>
              <a:off x="4673664" y="4413931"/>
              <a:ext cx="3811962" cy="1913484"/>
              <a:chOff x="3825164" y="2626856"/>
              <a:chExt cx="3811962" cy="1913484"/>
            </a:xfrm>
          </p:grpSpPr>
          <p:sp>
            <p:nvSpPr>
              <p:cNvPr id="652" name="Google Shape;652;p16"/>
              <p:cNvSpPr/>
              <p:nvPr/>
            </p:nvSpPr>
            <p:spPr>
              <a:xfrm rot="157512">
                <a:off x="3841337" y="2720667"/>
                <a:ext cx="650192" cy="721114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6" fill="none" extrusionOk="0">
                    <a:moveTo>
                      <a:pt x="26009" y="20743"/>
                    </a:moveTo>
                    <a:lnTo>
                      <a:pt x="24980" y="6321"/>
                    </a:lnTo>
                    <a:lnTo>
                      <a:pt x="11975" y="0"/>
                    </a:lnTo>
                    <a:lnTo>
                      <a:pt x="0" y="8102"/>
                    </a:lnTo>
                    <a:lnTo>
                      <a:pt x="1029" y="22524"/>
                    </a:lnTo>
                    <a:lnTo>
                      <a:pt x="14032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3" name="Google Shape;653;p16"/>
              <p:cNvSpPr/>
              <p:nvPr/>
            </p:nvSpPr>
            <p:spPr>
              <a:xfrm rot="157512">
                <a:off x="4467198" y="2704787"/>
                <a:ext cx="650217" cy="721114"/>
              </a:xfrm>
              <a:custGeom>
                <a:avLst/>
                <a:gdLst/>
                <a:ahLst/>
                <a:cxnLst/>
                <a:rect l="l" t="t" r="r" b="b"/>
                <a:pathLst>
                  <a:path w="26010" h="28846" fill="none" extrusionOk="0">
                    <a:moveTo>
                      <a:pt x="26010" y="20743"/>
                    </a:moveTo>
                    <a:lnTo>
                      <a:pt x="24982" y="6322"/>
                    </a:lnTo>
                    <a:lnTo>
                      <a:pt x="11977" y="1"/>
                    </a:lnTo>
                    <a:lnTo>
                      <a:pt x="1" y="8103"/>
                    </a:lnTo>
                    <a:lnTo>
                      <a:pt x="1030" y="22525"/>
                    </a:lnTo>
                    <a:lnTo>
                      <a:pt x="14033" y="28846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4" name="Google Shape;654;p16"/>
              <p:cNvSpPr/>
              <p:nvPr/>
            </p:nvSpPr>
            <p:spPr>
              <a:xfrm rot="157512">
                <a:off x="5093107" y="2688958"/>
                <a:ext cx="650192" cy="721089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5" fill="none" extrusionOk="0">
                    <a:moveTo>
                      <a:pt x="26008" y="20743"/>
                    </a:moveTo>
                    <a:lnTo>
                      <a:pt x="24980" y="6320"/>
                    </a:lnTo>
                    <a:lnTo>
                      <a:pt x="11976" y="0"/>
                    </a:lnTo>
                    <a:lnTo>
                      <a:pt x="1" y="8102"/>
                    </a:lnTo>
                    <a:lnTo>
                      <a:pt x="1029" y="22523"/>
                    </a:lnTo>
                    <a:lnTo>
                      <a:pt x="14033" y="28844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5" name="Google Shape;655;p16"/>
              <p:cNvSpPr/>
              <p:nvPr/>
            </p:nvSpPr>
            <p:spPr>
              <a:xfrm rot="157512">
                <a:off x="5718992" y="2673103"/>
                <a:ext cx="650192" cy="721064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4" fill="none" extrusionOk="0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0"/>
                    </a:lnTo>
                    <a:lnTo>
                      <a:pt x="0" y="8101"/>
                    </a:lnTo>
                    <a:lnTo>
                      <a:pt x="1028" y="22524"/>
                    </a:lnTo>
                    <a:lnTo>
                      <a:pt x="14033" y="28844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6" name="Google Shape;656;p16"/>
              <p:cNvSpPr/>
              <p:nvPr/>
            </p:nvSpPr>
            <p:spPr>
              <a:xfrm rot="157512">
                <a:off x="6344876" y="2657223"/>
                <a:ext cx="650167" cy="721114"/>
              </a:xfrm>
              <a:custGeom>
                <a:avLst/>
                <a:gdLst/>
                <a:ahLst/>
                <a:cxnLst/>
                <a:rect l="l" t="t" r="r" b="b"/>
                <a:pathLst>
                  <a:path w="26008" h="28846" fill="none" extrusionOk="0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5" y="1"/>
                    </a:lnTo>
                    <a:lnTo>
                      <a:pt x="0" y="8103"/>
                    </a:lnTo>
                    <a:lnTo>
                      <a:pt x="1028" y="22525"/>
                    </a:lnTo>
                    <a:lnTo>
                      <a:pt x="14032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7" name="Google Shape;657;p16"/>
              <p:cNvSpPr/>
              <p:nvPr/>
            </p:nvSpPr>
            <p:spPr>
              <a:xfrm rot="157512">
                <a:off x="6970736" y="2641369"/>
                <a:ext cx="650217" cy="721114"/>
              </a:xfrm>
              <a:custGeom>
                <a:avLst/>
                <a:gdLst/>
                <a:ahLst/>
                <a:cxnLst/>
                <a:rect l="l" t="t" r="r" b="b"/>
                <a:pathLst>
                  <a:path w="26010" h="28846" fill="none" extrusionOk="0">
                    <a:moveTo>
                      <a:pt x="26010" y="20743"/>
                    </a:moveTo>
                    <a:lnTo>
                      <a:pt x="24981" y="6321"/>
                    </a:lnTo>
                    <a:lnTo>
                      <a:pt x="11976" y="0"/>
                    </a:lnTo>
                    <a:lnTo>
                      <a:pt x="1" y="8102"/>
                    </a:lnTo>
                    <a:lnTo>
                      <a:pt x="1029" y="22524"/>
                    </a:lnTo>
                    <a:lnTo>
                      <a:pt x="14033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8" name="Google Shape;658;p16"/>
              <p:cNvSpPr/>
              <p:nvPr/>
            </p:nvSpPr>
            <p:spPr>
              <a:xfrm rot="157512">
                <a:off x="4168001" y="3254751"/>
                <a:ext cx="650217" cy="721114"/>
              </a:xfrm>
              <a:custGeom>
                <a:avLst/>
                <a:gdLst/>
                <a:ahLst/>
                <a:cxnLst/>
                <a:rect l="l" t="t" r="r" b="b"/>
                <a:pathLst>
                  <a:path w="26010" h="28846" fill="none" extrusionOk="0">
                    <a:moveTo>
                      <a:pt x="26009" y="20744"/>
                    </a:moveTo>
                    <a:lnTo>
                      <a:pt x="24980" y="6322"/>
                    </a:lnTo>
                    <a:lnTo>
                      <a:pt x="11977" y="1"/>
                    </a:lnTo>
                    <a:lnTo>
                      <a:pt x="0" y="8103"/>
                    </a:lnTo>
                    <a:lnTo>
                      <a:pt x="1029" y="22525"/>
                    </a:lnTo>
                    <a:lnTo>
                      <a:pt x="14034" y="28846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9" name="Google Shape;659;p16"/>
              <p:cNvSpPr/>
              <p:nvPr/>
            </p:nvSpPr>
            <p:spPr>
              <a:xfrm rot="157512">
                <a:off x="4793885" y="3238896"/>
                <a:ext cx="650192" cy="721114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6" fill="none" extrusionOk="0">
                    <a:moveTo>
                      <a:pt x="26009" y="20743"/>
                    </a:moveTo>
                    <a:lnTo>
                      <a:pt x="24981" y="6321"/>
                    </a:lnTo>
                    <a:lnTo>
                      <a:pt x="11977" y="0"/>
                    </a:lnTo>
                    <a:lnTo>
                      <a:pt x="0" y="8103"/>
                    </a:lnTo>
                    <a:lnTo>
                      <a:pt x="1029" y="22525"/>
                    </a:lnTo>
                    <a:lnTo>
                      <a:pt x="14033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0" name="Google Shape;660;p16"/>
              <p:cNvSpPr/>
              <p:nvPr/>
            </p:nvSpPr>
            <p:spPr>
              <a:xfrm rot="157512">
                <a:off x="5419770" y="3223067"/>
                <a:ext cx="650192" cy="721064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4" fill="none" extrusionOk="0">
                    <a:moveTo>
                      <a:pt x="26009" y="20743"/>
                    </a:moveTo>
                    <a:lnTo>
                      <a:pt x="24981" y="6320"/>
                    </a:lnTo>
                    <a:lnTo>
                      <a:pt x="11976" y="0"/>
                    </a:lnTo>
                    <a:lnTo>
                      <a:pt x="1" y="8101"/>
                    </a:lnTo>
                    <a:lnTo>
                      <a:pt x="1029" y="22523"/>
                    </a:lnTo>
                    <a:lnTo>
                      <a:pt x="14033" y="28844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1" name="Google Shape;661;p16"/>
              <p:cNvSpPr/>
              <p:nvPr/>
            </p:nvSpPr>
            <p:spPr>
              <a:xfrm rot="157512">
                <a:off x="6045654" y="3207187"/>
                <a:ext cx="650192" cy="721114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6" fill="none" extrusionOk="0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1"/>
                    </a:lnTo>
                    <a:lnTo>
                      <a:pt x="1" y="8102"/>
                    </a:lnTo>
                    <a:lnTo>
                      <a:pt x="1029" y="22525"/>
                    </a:lnTo>
                    <a:lnTo>
                      <a:pt x="14033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2" name="Google Shape;662;p16"/>
              <p:cNvSpPr/>
              <p:nvPr/>
            </p:nvSpPr>
            <p:spPr>
              <a:xfrm rot="157512">
                <a:off x="3868779" y="3804714"/>
                <a:ext cx="650217" cy="721114"/>
              </a:xfrm>
              <a:custGeom>
                <a:avLst/>
                <a:gdLst/>
                <a:ahLst/>
                <a:cxnLst/>
                <a:rect l="l" t="t" r="r" b="b"/>
                <a:pathLst>
                  <a:path w="26010" h="28846" fill="none" extrusionOk="0">
                    <a:moveTo>
                      <a:pt x="26010" y="20744"/>
                    </a:moveTo>
                    <a:lnTo>
                      <a:pt x="24982" y="6322"/>
                    </a:lnTo>
                    <a:lnTo>
                      <a:pt x="11977" y="1"/>
                    </a:lnTo>
                    <a:lnTo>
                      <a:pt x="1" y="8102"/>
                    </a:lnTo>
                    <a:lnTo>
                      <a:pt x="1030" y="22525"/>
                    </a:lnTo>
                    <a:lnTo>
                      <a:pt x="14034" y="28846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3" name="Google Shape;663;p16"/>
              <p:cNvSpPr/>
              <p:nvPr/>
            </p:nvSpPr>
            <p:spPr>
              <a:xfrm rot="157512">
                <a:off x="4494689" y="3788860"/>
                <a:ext cx="650192" cy="721114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6" fill="none" extrusionOk="0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1"/>
                    </a:lnTo>
                    <a:lnTo>
                      <a:pt x="1" y="8103"/>
                    </a:lnTo>
                    <a:lnTo>
                      <a:pt x="1029" y="22525"/>
                    </a:lnTo>
                    <a:lnTo>
                      <a:pt x="14033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4" name="Google Shape;664;p16"/>
              <p:cNvSpPr/>
              <p:nvPr/>
            </p:nvSpPr>
            <p:spPr>
              <a:xfrm rot="157512">
                <a:off x="5120574" y="3773006"/>
                <a:ext cx="650192" cy="721089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5" fill="none" extrusionOk="0">
                    <a:moveTo>
                      <a:pt x="26008" y="20744"/>
                    </a:moveTo>
                    <a:lnTo>
                      <a:pt x="24980" y="6321"/>
                    </a:lnTo>
                    <a:lnTo>
                      <a:pt x="11976" y="0"/>
                    </a:lnTo>
                    <a:lnTo>
                      <a:pt x="0" y="8102"/>
                    </a:lnTo>
                    <a:lnTo>
                      <a:pt x="1028" y="22524"/>
                    </a:lnTo>
                    <a:lnTo>
                      <a:pt x="14033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665" name="Google Shape;665;p16"/>
            <p:cNvSpPr/>
            <p:nvPr/>
          </p:nvSpPr>
          <p:spPr>
            <a:xfrm rot="157512">
              <a:off x="8124633" y="5115580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666;p16"/>
            <p:cNvSpPr/>
            <p:nvPr/>
          </p:nvSpPr>
          <p:spPr>
            <a:xfrm rot="157512">
              <a:off x="6574005" y="5703526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667;p16"/>
            <p:cNvSpPr/>
            <p:nvPr/>
          </p:nvSpPr>
          <p:spPr>
            <a:xfrm rot="157512">
              <a:off x="5957267" y="6080755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668;p16"/>
            <p:cNvSpPr/>
            <p:nvPr/>
          </p:nvSpPr>
          <p:spPr>
            <a:xfrm rot="157512">
              <a:off x="5929801" y="4996682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2" y="0"/>
                  </a:moveTo>
                  <a:cubicBezTo>
                    <a:pt x="511" y="0"/>
                    <a:pt x="1" y="510"/>
                    <a:pt x="1" y="1140"/>
                  </a:cubicBezTo>
                  <a:cubicBezTo>
                    <a:pt x="1" y="1771"/>
                    <a:pt x="511" y="2281"/>
                    <a:pt x="1142" y="2281"/>
                  </a:cubicBezTo>
                  <a:cubicBezTo>
                    <a:pt x="1772" y="2281"/>
                    <a:pt x="2283" y="1771"/>
                    <a:pt x="2283" y="1140"/>
                  </a:cubicBezTo>
                  <a:cubicBezTo>
                    <a:pt x="2283" y="510"/>
                    <a:pt x="1772" y="0"/>
                    <a:pt x="11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10">
    <p:spTree>
      <p:nvGrpSpPr>
        <p:cNvPr id="1" name="Shape 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Google Shape;910;p25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grpSp>
        <p:nvGrpSpPr>
          <p:cNvPr id="911" name="Google Shape;911;p25"/>
          <p:cNvGrpSpPr/>
          <p:nvPr/>
        </p:nvGrpSpPr>
        <p:grpSpPr>
          <a:xfrm>
            <a:off x="7488217" y="-507956"/>
            <a:ext cx="2532725" cy="1881750"/>
            <a:chOff x="7221517" y="-507956"/>
            <a:chExt cx="2532725" cy="1881750"/>
          </a:xfrm>
        </p:grpSpPr>
        <p:sp>
          <p:nvSpPr>
            <p:cNvPr id="912" name="Google Shape;912;p25"/>
            <p:cNvSpPr/>
            <p:nvPr/>
          </p:nvSpPr>
          <p:spPr>
            <a:xfrm rot="-157512" flipH="1">
              <a:off x="8467712" y="4798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2"/>
                  </a:cubicBezTo>
                  <a:cubicBezTo>
                    <a:pt x="2282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" name="Google Shape;913;p25"/>
            <p:cNvSpPr/>
            <p:nvPr/>
          </p:nvSpPr>
          <p:spPr>
            <a:xfrm rot="-157512" flipH="1">
              <a:off x="8489459" y="-461709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1"/>
                  </a:lnTo>
                  <a:lnTo>
                    <a:pt x="1028" y="22524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" name="Google Shape;914;p25"/>
            <p:cNvSpPr/>
            <p:nvPr/>
          </p:nvSpPr>
          <p:spPr>
            <a:xfrm rot="-157512" flipH="1">
              <a:off x="7863600" y="-477589"/>
              <a:ext cx="650167" cy="721114"/>
            </a:xfrm>
            <a:custGeom>
              <a:avLst/>
              <a:gdLst/>
              <a:ahLst/>
              <a:cxnLst/>
              <a:rect l="l" t="t" r="r" b="b"/>
              <a:pathLst>
                <a:path w="26008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5" y="1"/>
                  </a:lnTo>
                  <a:lnTo>
                    <a:pt x="0" y="8103"/>
                  </a:lnTo>
                  <a:lnTo>
                    <a:pt x="1028" y="22525"/>
                  </a:lnTo>
                  <a:lnTo>
                    <a:pt x="14032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Google Shape;915;p25"/>
            <p:cNvSpPr/>
            <p:nvPr/>
          </p:nvSpPr>
          <p:spPr>
            <a:xfrm rot="-157512" flipH="1">
              <a:off x="7237690" y="-493444"/>
              <a:ext cx="650217" cy="721114"/>
            </a:xfrm>
            <a:custGeom>
              <a:avLst/>
              <a:gdLst/>
              <a:ahLst/>
              <a:cxnLst/>
              <a:rect l="l" t="t" r="r" b="b"/>
              <a:pathLst>
                <a:path w="26010" h="28846" fill="none" extrusionOk="0">
                  <a:moveTo>
                    <a:pt x="26010" y="20743"/>
                  </a:moveTo>
                  <a:lnTo>
                    <a:pt x="24981" y="6321"/>
                  </a:lnTo>
                  <a:lnTo>
                    <a:pt x="11976" y="0"/>
                  </a:lnTo>
                  <a:lnTo>
                    <a:pt x="1" y="8102"/>
                  </a:lnTo>
                  <a:lnTo>
                    <a:pt x="1029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" name="Google Shape;916;p25"/>
            <p:cNvSpPr/>
            <p:nvPr/>
          </p:nvSpPr>
          <p:spPr>
            <a:xfrm rot="-157512" flipH="1">
              <a:off x="8788681" y="88254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9" y="20743"/>
                  </a:moveTo>
                  <a:lnTo>
                    <a:pt x="24981" y="6320"/>
                  </a:lnTo>
                  <a:lnTo>
                    <a:pt x="11976" y="0"/>
                  </a:lnTo>
                  <a:lnTo>
                    <a:pt x="1" y="8101"/>
                  </a:lnTo>
                  <a:lnTo>
                    <a:pt x="1029" y="22523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" name="Google Shape;917;p25"/>
            <p:cNvSpPr/>
            <p:nvPr/>
          </p:nvSpPr>
          <p:spPr>
            <a:xfrm rot="-157512" flipH="1">
              <a:off x="8162796" y="72374"/>
              <a:ext cx="650192" cy="721114"/>
            </a:xfrm>
            <a:custGeom>
              <a:avLst/>
              <a:gdLst/>
              <a:ahLst/>
              <a:cxnLst/>
              <a:rect l="l" t="t" r="r" b="b"/>
              <a:pathLst>
                <a:path w="26009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2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Google Shape;918;p25"/>
            <p:cNvSpPr/>
            <p:nvPr/>
          </p:nvSpPr>
          <p:spPr>
            <a:xfrm rot="-157512" flipH="1">
              <a:off x="9087877" y="638193"/>
              <a:ext cx="650192" cy="721089"/>
            </a:xfrm>
            <a:custGeom>
              <a:avLst/>
              <a:gdLst/>
              <a:ahLst/>
              <a:cxnLst/>
              <a:rect l="l" t="t" r="r" b="b"/>
              <a:pathLst>
                <a:path w="26009" h="28845" fill="none" extrusionOk="0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Google Shape;919;p25"/>
            <p:cNvSpPr/>
            <p:nvPr/>
          </p:nvSpPr>
          <p:spPr>
            <a:xfrm rot="-157512" flipH="1">
              <a:off x="7525463" y="193693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Google Shape;920;p25"/>
            <p:cNvSpPr/>
            <p:nvPr/>
          </p:nvSpPr>
          <p:spPr>
            <a:xfrm rot="-157512" flipH="1">
              <a:off x="9076066" y="781639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Google Shape;921;p25"/>
            <p:cNvSpPr/>
            <p:nvPr/>
          </p:nvSpPr>
          <p:spPr>
            <a:xfrm rot="-157512" flipH="1">
              <a:off x="9692804" y="115886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8">
    <p:spTree>
      <p:nvGrpSpPr>
        <p:cNvPr id="1" name="Shape 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7" name="Google Shape;947;p27"/>
          <p:cNvSpPr txBox="1">
            <a:spLocks noGrp="1"/>
          </p:cNvSpPr>
          <p:nvPr>
            <p:ph type="title" hasCustomPrompt="1"/>
          </p:nvPr>
        </p:nvSpPr>
        <p:spPr>
          <a:xfrm>
            <a:off x="713213" y="670225"/>
            <a:ext cx="46968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48" name="Google Shape;948;p27"/>
          <p:cNvSpPr txBox="1">
            <a:spLocks noGrp="1"/>
          </p:cNvSpPr>
          <p:nvPr>
            <p:ph type="subTitle" idx="1"/>
          </p:nvPr>
        </p:nvSpPr>
        <p:spPr>
          <a:xfrm>
            <a:off x="713213" y="1439127"/>
            <a:ext cx="4696800" cy="36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5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949" name="Google Shape;949;p27"/>
          <p:cNvSpPr txBox="1">
            <a:spLocks noGrp="1"/>
          </p:cNvSpPr>
          <p:nvPr>
            <p:ph type="title" idx="2" hasCustomPrompt="1"/>
          </p:nvPr>
        </p:nvSpPr>
        <p:spPr>
          <a:xfrm>
            <a:off x="3733963" y="2069800"/>
            <a:ext cx="46968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50" name="Google Shape;950;p27"/>
          <p:cNvSpPr txBox="1">
            <a:spLocks noGrp="1"/>
          </p:cNvSpPr>
          <p:nvPr>
            <p:ph type="subTitle" idx="3"/>
          </p:nvPr>
        </p:nvSpPr>
        <p:spPr>
          <a:xfrm>
            <a:off x="3733963" y="2838708"/>
            <a:ext cx="4696800" cy="36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5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951" name="Google Shape;951;p27"/>
          <p:cNvSpPr txBox="1">
            <a:spLocks noGrp="1"/>
          </p:cNvSpPr>
          <p:nvPr>
            <p:ph type="title" idx="4" hasCustomPrompt="1"/>
          </p:nvPr>
        </p:nvSpPr>
        <p:spPr>
          <a:xfrm>
            <a:off x="713213" y="3469375"/>
            <a:ext cx="46968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52" name="Google Shape;952;p27"/>
          <p:cNvSpPr txBox="1">
            <a:spLocks noGrp="1"/>
          </p:cNvSpPr>
          <p:nvPr>
            <p:ph type="subTitle" idx="5"/>
          </p:nvPr>
        </p:nvSpPr>
        <p:spPr>
          <a:xfrm>
            <a:off x="713213" y="4238290"/>
            <a:ext cx="4696800" cy="36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5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grpSp>
        <p:nvGrpSpPr>
          <p:cNvPr id="953" name="Google Shape;953;p27"/>
          <p:cNvGrpSpPr/>
          <p:nvPr/>
        </p:nvGrpSpPr>
        <p:grpSpPr>
          <a:xfrm rot="10800000">
            <a:off x="6611267" y="3525019"/>
            <a:ext cx="2532725" cy="1881750"/>
            <a:chOff x="7221517" y="-507956"/>
            <a:chExt cx="2532725" cy="1881750"/>
          </a:xfrm>
        </p:grpSpPr>
        <p:sp>
          <p:nvSpPr>
            <p:cNvPr id="954" name="Google Shape;954;p27"/>
            <p:cNvSpPr/>
            <p:nvPr/>
          </p:nvSpPr>
          <p:spPr>
            <a:xfrm rot="-157512" flipH="1">
              <a:off x="8467712" y="4798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2"/>
                  </a:cubicBezTo>
                  <a:cubicBezTo>
                    <a:pt x="2282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955;p27"/>
            <p:cNvSpPr/>
            <p:nvPr/>
          </p:nvSpPr>
          <p:spPr>
            <a:xfrm rot="-157512" flipH="1">
              <a:off x="8489459" y="-461709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1"/>
                  </a:lnTo>
                  <a:lnTo>
                    <a:pt x="1028" y="22524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Google Shape;956;p27"/>
            <p:cNvSpPr/>
            <p:nvPr/>
          </p:nvSpPr>
          <p:spPr>
            <a:xfrm rot="-157512" flipH="1">
              <a:off x="7863600" y="-477589"/>
              <a:ext cx="650167" cy="721114"/>
            </a:xfrm>
            <a:custGeom>
              <a:avLst/>
              <a:gdLst/>
              <a:ahLst/>
              <a:cxnLst/>
              <a:rect l="l" t="t" r="r" b="b"/>
              <a:pathLst>
                <a:path w="26008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5" y="1"/>
                  </a:lnTo>
                  <a:lnTo>
                    <a:pt x="0" y="8103"/>
                  </a:lnTo>
                  <a:lnTo>
                    <a:pt x="1028" y="22525"/>
                  </a:lnTo>
                  <a:lnTo>
                    <a:pt x="14032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Google Shape;957;p27"/>
            <p:cNvSpPr/>
            <p:nvPr/>
          </p:nvSpPr>
          <p:spPr>
            <a:xfrm rot="-157512" flipH="1">
              <a:off x="7237690" y="-493444"/>
              <a:ext cx="650217" cy="721114"/>
            </a:xfrm>
            <a:custGeom>
              <a:avLst/>
              <a:gdLst/>
              <a:ahLst/>
              <a:cxnLst/>
              <a:rect l="l" t="t" r="r" b="b"/>
              <a:pathLst>
                <a:path w="26010" h="28846" fill="none" extrusionOk="0">
                  <a:moveTo>
                    <a:pt x="26010" y="20743"/>
                  </a:moveTo>
                  <a:lnTo>
                    <a:pt x="24981" y="6321"/>
                  </a:lnTo>
                  <a:lnTo>
                    <a:pt x="11976" y="0"/>
                  </a:lnTo>
                  <a:lnTo>
                    <a:pt x="1" y="8102"/>
                  </a:lnTo>
                  <a:lnTo>
                    <a:pt x="1029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Google Shape;958;p27"/>
            <p:cNvSpPr/>
            <p:nvPr/>
          </p:nvSpPr>
          <p:spPr>
            <a:xfrm rot="-157512" flipH="1">
              <a:off x="8788681" y="88254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9" y="20743"/>
                  </a:moveTo>
                  <a:lnTo>
                    <a:pt x="24981" y="6320"/>
                  </a:lnTo>
                  <a:lnTo>
                    <a:pt x="11976" y="0"/>
                  </a:lnTo>
                  <a:lnTo>
                    <a:pt x="1" y="8101"/>
                  </a:lnTo>
                  <a:lnTo>
                    <a:pt x="1029" y="22523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Google Shape;959;p27"/>
            <p:cNvSpPr/>
            <p:nvPr/>
          </p:nvSpPr>
          <p:spPr>
            <a:xfrm rot="-157512" flipH="1">
              <a:off x="8162796" y="72374"/>
              <a:ext cx="650192" cy="721114"/>
            </a:xfrm>
            <a:custGeom>
              <a:avLst/>
              <a:gdLst/>
              <a:ahLst/>
              <a:cxnLst/>
              <a:rect l="l" t="t" r="r" b="b"/>
              <a:pathLst>
                <a:path w="26009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2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Google Shape;960;p27"/>
            <p:cNvSpPr/>
            <p:nvPr/>
          </p:nvSpPr>
          <p:spPr>
            <a:xfrm rot="-157512" flipH="1">
              <a:off x="9087877" y="638193"/>
              <a:ext cx="650192" cy="721089"/>
            </a:xfrm>
            <a:custGeom>
              <a:avLst/>
              <a:gdLst/>
              <a:ahLst/>
              <a:cxnLst/>
              <a:rect l="l" t="t" r="r" b="b"/>
              <a:pathLst>
                <a:path w="26009" h="28845" fill="none" extrusionOk="0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Google Shape;961;p27"/>
            <p:cNvSpPr/>
            <p:nvPr/>
          </p:nvSpPr>
          <p:spPr>
            <a:xfrm rot="-157512" flipH="1">
              <a:off x="7525463" y="193693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Google Shape;962;p27"/>
            <p:cNvSpPr/>
            <p:nvPr/>
          </p:nvSpPr>
          <p:spPr>
            <a:xfrm rot="-157512" flipH="1">
              <a:off x="9076066" y="781639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Google Shape;963;p27"/>
            <p:cNvSpPr/>
            <p:nvPr/>
          </p:nvSpPr>
          <p:spPr>
            <a:xfrm rot="-157512" flipH="1">
              <a:off x="9692804" y="115886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64" name="Google Shape;964;p27"/>
          <p:cNvGrpSpPr/>
          <p:nvPr/>
        </p:nvGrpSpPr>
        <p:grpSpPr>
          <a:xfrm>
            <a:off x="7078642" y="-256406"/>
            <a:ext cx="2532725" cy="1881750"/>
            <a:chOff x="7221517" y="-507956"/>
            <a:chExt cx="2532725" cy="1881750"/>
          </a:xfrm>
        </p:grpSpPr>
        <p:sp>
          <p:nvSpPr>
            <p:cNvPr id="965" name="Google Shape;965;p27"/>
            <p:cNvSpPr/>
            <p:nvPr/>
          </p:nvSpPr>
          <p:spPr>
            <a:xfrm rot="-157512" flipH="1">
              <a:off x="8467712" y="4798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2"/>
                  </a:cubicBezTo>
                  <a:cubicBezTo>
                    <a:pt x="2282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Google Shape;966;p27"/>
            <p:cNvSpPr/>
            <p:nvPr/>
          </p:nvSpPr>
          <p:spPr>
            <a:xfrm rot="-157512" flipH="1">
              <a:off x="8489459" y="-461709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1"/>
                  </a:lnTo>
                  <a:lnTo>
                    <a:pt x="1028" y="22524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Google Shape;967;p27"/>
            <p:cNvSpPr/>
            <p:nvPr/>
          </p:nvSpPr>
          <p:spPr>
            <a:xfrm rot="-157512" flipH="1">
              <a:off x="7863600" y="-477589"/>
              <a:ext cx="650167" cy="721114"/>
            </a:xfrm>
            <a:custGeom>
              <a:avLst/>
              <a:gdLst/>
              <a:ahLst/>
              <a:cxnLst/>
              <a:rect l="l" t="t" r="r" b="b"/>
              <a:pathLst>
                <a:path w="26008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5" y="1"/>
                  </a:lnTo>
                  <a:lnTo>
                    <a:pt x="0" y="8103"/>
                  </a:lnTo>
                  <a:lnTo>
                    <a:pt x="1028" y="22525"/>
                  </a:lnTo>
                  <a:lnTo>
                    <a:pt x="14032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Google Shape;968;p27"/>
            <p:cNvSpPr/>
            <p:nvPr/>
          </p:nvSpPr>
          <p:spPr>
            <a:xfrm rot="-157512" flipH="1">
              <a:off x="7237690" y="-493444"/>
              <a:ext cx="650217" cy="721114"/>
            </a:xfrm>
            <a:custGeom>
              <a:avLst/>
              <a:gdLst/>
              <a:ahLst/>
              <a:cxnLst/>
              <a:rect l="l" t="t" r="r" b="b"/>
              <a:pathLst>
                <a:path w="26010" h="28846" fill="none" extrusionOk="0">
                  <a:moveTo>
                    <a:pt x="26010" y="20743"/>
                  </a:moveTo>
                  <a:lnTo>
                    <a:pt x="24981" y="6321"/>
                  </a:lnTo>
                  <a:lnTo>
                    <a:pt x="11976" y="0"/>
                  </a:lnTo>
                  <a:lnTo>
                    <a:pt x="1" y="8102"/>
                  </a:lnTo>
                  <a:lnTo>
                    <a:pt x="1029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Google Shape;969;p27"/>
            <p:cNvSpPr/>
            <p:nvPr/>
          </p:nvSpPr>
          <p:spPr>
            <a:xfrm rot="-157512" flipH="1">
              <a:off x="8788681" y="88254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9" y="20743"/>
                  </a:moveTo>
                  <a:lnTo>
                    <a:pt x="24981" y="6320"/>
                  </a:lnTo>
                  <a:lnTo>
                    <a:pt x="11976" y="0"/>
                  </a:lnTo>
                  <a:lnTo>
                    <a:pt x="1" y="8101"/>
                  </a:lnTo>
                  <a:lnTo>
                    <a:pt x="1029" y="22523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Google Shape;970;p27"/>
            <p:cNvSpPr/>
            <p:nvPr/>
          </p:nvSpPr>
          <p:spPr>
            <a:xfrm rot="-157512" flipH="1">
              <a:off x="8162796" y="72374"/>
              <a:ext cx="650192" cy="721114"/>
            </a:xfrm>
            <a:custGeom>
              <a:avLst/>
              <a:gdLst/>
              <a:ahLst/>
              <a:cxnLst/>
              <a:rect l="l" t="t" r="r" b="b"/>
              <a:pathLst>
                <a:path w="26009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2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Google Shape;971;p27"/>
            <p:cNvSpPr/>
            <p:nvPr/>
          </p:nvSpPr>
          <p:spPr>
            <a:xfrm rot="-157512" flipH="1">
              <a:off x="9087877" y="638193"/>
              <a:ext cx="650192" cy="721089"/>
            </a:xfrm>
            <a:custGeom>
              <a:avLst/>
              <a:gdLst/>
              <a:ahLst/>
              <a:cxnLst/>
              <a:rect l="l" t="t" r="r" b="b"/>
              <a:pathLst>
                <a:path w="26009" h="28845" fill="none" extrusionOk="0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Google Shape;972;p27"/>
            <p:cNvSpPr/>
            <p:nvPr/>
          </p:nvSpPr>
          <p:spPr>
            <a:xfrm rot="-157512" flipH="1">
              <a:off x="7525463" y="193693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Google Shape;973;p27"/>
            <p:cNvSpPr/>
            <p:nvPr/>
          </p:nvSpPr>
          <p:spPr>
            <a:xfrm rot="-157512" flipH="1">
              <a:off x="9076066" y="781639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Google Shape;974;p27"/>
            <p:cNvSpPr/>
            <p:nvPr/>
          </p:nvSpPr>
          <p:spPr>
            <a:xfrm rot="-157512" flipH="1">
              <a:off x="9692804" y="115886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1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3" name="Google Shape;1093;p30"/>
          <p:cNvPicPr preferRelativeResize="0"/>
          <p:nvPr/>
        </p:nvPicPr>
        <p:blipFill rotWithShape="1">
          <a:blip r:embed="rId2">
            <a:alphaModFix/>
          </a:blip>
          <a:srcRect l="24331" t="5721" r="23342" b="4591"/>
          <a:stretch/>
        </p:blipFill>
        <p:spPr>
          <a:xfrm rot="2268302">
            <a:off x="7595262" y="-436051"/>
            <a:ext cx="1857374" cy="17906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94" name="Google Shape;1094;p30"/>
          <p:cNvGrpSpPr/>
          <p:nvPr/>
        </p:nvGrpSpPr>
        <p:grpSpPr>
          <a:xfrm flipH="1">
            <a:off x="-884258" y="-507956"/>
            <a:ext cx="2532725" cy="1881750"/>
            <a:chOff x="7221517" y="-507956"/>
            <a:chExt cx="2532725" cy="1881750"/>
          </a:xfrm>
        </p:grpSpPr>
        <p:sp>
          <p:nvSpPr>
            <p:cNvPr id="1095" name="Google Shape;1095;p30"/>
            <p:cNvSpPr/>
            <p:nvPr/>
          </p:nvSpPr>
          <p:spPr>
            <a:xfrm rot="-157512" flipH="1">
              <a:off x="8467712" y="4798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2"/>
                  </a:cubicBezTo>
                  <a:cubicBezTo>
                    <a:pt x="2282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" name="Google Shape;1096;p30"/>
            <p:cNvSpPr/>
            <p:nvPr/>
          </p:nvSpPr>
          <p:spPr>
            <a:xfrm rot="-157512" flipH="1">
              <a:off x="8489459" y="-461709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1"/>
                  </a:lnTo>
                  <a:lnTo>
                    <a:pt x="1028" y="22524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" name="Google Shape;1097;p30"/>
            <p:cNvSpPr/>
            <p:nvPr/>
          </p:nvSpPr>
          <p:spPr>
            <a:xfrm rot="-157512" flipH="1">
              <a:off x="7863600" y="-477589"/>
              <a:ext cx="650167" cy="721114"/>
            </a:xfrm>
            <a:custGeom>
              <a:avLst/>
              <a:gdLst/>
              <a:ahLst/>
              <a:cxnLst/>
              <a:rect l="l" t="t" r="r" b="b"/>
              <a:pathLst>
                <a:path w="26008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5" y="1"/>
                  </a:lnTo>
                  <a:lnTo>
                    <a:pt x="0" y="8103"/>
                  </a:lnTo>
                  <a:lnTo>
                    <a:pt x="1028" y="22525"/>
                  </a:lnTo>
                  <a:lnTo>
                    <a:pt x="14032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" name="Google Shape;1098;p30"/>
            <p:cNvSpPr/>
            <p:nvPr/>
          </p:nvSpPr>
          <p:spPr>
            <a:xfrm rot="-157512" flipH="1">
              <a:off x="7237690" y="-493444"/>
              <a:ext cx="650217" cy="721114"/>
            </a:xfrm>
            <a:custGeom>
              <a:avLst/>
              <a:gdLst/>
              <a:ahLst/>
              <a:cxnLst/>
              <a:rect l="l" t="t" r="r" b="b"/>
              <a:pathLst>
                <a:path w="26010" h="28846" fill="none" extrusionOk="0">
                  <a:moveTo>
                    <a:pt x="26010" y="20743"/>
                  </a:moveTo>
                  <a:lnTo>
                    <a:pt x="24981" y="6321"/>
                  </a:lnTo>
                  <a:lnTo>
                    <a:pt x="11976" y="0"/>
                  </a:lnTo>
                  <a:lnTo>
                    <a:pt x="1" y="8102"/>
                  </a:lnTo>
                  <a:lnTo>
                    <a:pt x="1029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9" name="Google Shape;1099;p30"/>
            <p:cNvSpPr/>
            <p:nvPr/>
          </p:nvSpPr>
          <p:spPr>
            <a:xfrm rot="-157512" flipH="1">
              <a:off x="8788681" y="88254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9" y="20743"/>
                  </a:moveTo>
                  <a:lnTo>
                    <a:pt x="24981" y="6320"/>
                  </a:lnTo>
                  <a:lnTo>
                    <a:pt x="11976" y="0"/>
                  </a:lnTo>
                  <a:lnTo>
                    <a:pt x="1" y="8101"/>
                  </a:lnTo>
                  <a:lnTo>
                    <a:pt x="1029" y="22523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" name="Google Shape;1100;p30"/>
            <p:cNvSpPr/>
            <p:nvPr/>
          </p:nvSpPr>
          <p:spPr>
            <a:xfrm rot="-157512" flipH="1">
              <a:off x="8162796" y="72374"/>
              <a:ext cx="650192" cy="721114"/>
            </a:xfrm>
            <a:custGeom>
              <a:avLst/>
              <a:gdLst/>
              <a:ahLst/>
              <a:cxnLst/>
              <a:rect l="l" t="t" r="r" b="b"/>
              <a:pathLst>
                <a:path w="26009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2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" name="Google Shape;1101;p30"/>
            <p:cNvSpPr/>
            <p:nvPr/>
          </p:nvSpPr>
          <p:spPr>
            <a:xfrm rot="-157512" flipH="1">
              <a:off x="9087877" y="638193"/>
              <a:ext cx="650192" cy="721089"/>
            </a:xfrm>
            <a:custGeom>
              <a:avLst/>
              <a:gdLst/>
              <a:ahLst/>
              <a:cxnLst/>
              <a:rect l="l" t="t" r="r" b="b"/>
              <a:pathLst>
                <a:path w="26009" h="28845" fill="none" extrusionOk="0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" name="Google Shape;1102;p30"/>
            <p:cNvSpPr/>
            <p:nvPr/>
          </p:nvSpPr>
          <p:spPr>
            <a:xfrm rot="-157512" flipH="1">
              <a:off x="7525463" y="193693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" name="Google Shape;1103;p30"/>
            <p:cNvSpPr/>
            <p:nvPr/>
          </p:nvSpPr>
          <p:spPr>
            <a:xfrm rot="-157512" flipH="1">
              <a:off x="9076066" y="781639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" name="Google Shape;1104;p30"/>
            <p:cNvSpPr/>
            <p:nvPr/>
          </p:nvSpPr>
          <p:spPr>
            <a:xfrm rot="-157512" flipH="1">
              <a:off x="9692804" y="115886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05" name="Google Shape;1105;p30"/>
          <p:cNvGrpSpPr/>
          <p:nvPr/>
        </p:nvGrpSpPr>
        <p:grpSpPr>
          <a:xfrm flipH="1">
            <a:off x="7421542" y="4092619"/>
            <a:ext cx="2532725" cy="1881750"/>
            <a:chOff x="7221517" y="-507956"/>
            <a:chExt cx="2532725" cy="1881750"/>
          </a:xfrm>
        </p:grpSpPr>
        <p:sp>
          <p:nvSpPr>
            <p:cNvPr id="1106" name="Google Shape;1106;p30"/>
            <p:cNvSpPr/>
            <p:nvPr/>
          </p:nvSpPr>
          <p:spPr>
            <a:xfrm rot="-157512" flipH="1">
              <a:off x="8467712" y="4798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2"/>
                  </a:cubicBezTo>
                  <a:cubicBezTo>
                    <a:pt x="2282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" name="Google Shape;1107;p30"/>
            <p:cNvSpPr/>
            <p:nvPr/>
          </p:nvSpPr>
          <p:spPr>
            <a:xfrm rot="-157512" flipH="1">
              <a:off x="8489459" y="-461709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1"/>
                  </a:lnTo>
                  <a:lnTo>
                    <a:pt x="1028" y="22524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" name="Google Shape;1108;p30"/>
            <p:cNvSpPr/>
            <p:nvPr/>
          </p:nvSpPr>
          <p:spPr>
            <a:xfrm rot="-157512" flipH="1">
              <a:off x="7863600" y="-477589"/>
              <a:ext cx="650167" cy="721114"/>
            </a:xfrm>
            <a:custGeom>
              <a:avLst/>
              <a:gdLst/>
              <a:ahLst/>
              <a:cxnLst/>
              <a:rect l="l" t="t" r="r" b="b"/>
              <a:pathLst>
                <a:path w="26008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5" y="1"/>
                  </a:lnTo>
                  <a:lnTo>
                    <a:pt x="0" y="8103"/>
                  </a:lnTo>
                  <a:lnTo>
                    <a:pt x="1028" y="22525"/>
                  </a:lnTo>
                  <a:lnTo>
                    <a:pt x="14032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" name="Google Shape;1109;p30"/>
            <p:cNvSpPr/>
            <p:nvPr/>
          </p:nvSpPr>
          <p:spPr>
            <a:xfrm rot="-157512" flipH="1">
              <a:off x="7237690" y="-493444"/>
              <a:ext cx="650217" cy="721114"/>
            </a:xfrm>
            <a:custGeom>
              <a:avLst/>
              <a:gdLst/>
              <a:ahLst/>
              <a:cxnLst/>
              <a:rect l="l" t="t" r="r" b="b"/>
              <a:pathLst>
                <a:path w="26010" h="28846" fill="none" extrusionOk="0">
                  <a:moveTo>
                    <a:pt x="26010" y="20743"/>
                  </a:moveTo>
                  <a:lnTo>
                    <a:pt x="24981" y="6321"/>
                  </a:lnTo>
                  <a:lnTo>
                    <a:pt x="11976" y="0"/>
                  </a:lnTo>
                  <a:lnTo>
                    <a:pt x="1" y="8102"/>
                  </a:lnTo>
                  <a:lnTo>
                    <a:pt x="1029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Google Shape;1110;p30"/>
            <p:cNvSpPr/>
            <p:nvPr/>
          </p:nvSpPr>
          <p:spPr>
            <a:xfrm rot="-157512" flipH="1">
              <a:off x="8788681" y="88254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9" y="20743"/>
                  </a:moveTo>
                  <a:lnTo>
                    <a:pt x="24981" y="6320"/>
                  </a:lnTo>
                  <a:lnTo>
                    <a:pt x="11976" y="0"/>
                  </a:lnTo>
                  <a:lnTo>
                    <a:pt x="1" y="8101"/>
                  </a:lnTo>
                  <a:lnTo>
                    <a:pt x="1029" y="22523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Google Shape;1111;p30"/>
            <p:cNvSpPr/>
            <p:nvPr/>
          </p:nvSpPr>
          <p:spPr>
            <a:xfrm rot="-157512" flipH="1">
              <a:off x="8162796" y="72374"/>
              <a:ext cx="650192" cy="721114"/>
            </a:xfrm>
            <a:custGeom>
              <a:avLst/>
              <a:gdLst/>
              <a:ahLst/>
              <a:cxnLst/>
              <a:rect l="l" t="t" r="r" b="b"/>
              <a:pathLst>
                <a:path w="26009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2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" name="Google Shape;1112;p30"/>
            <p:cNvSpPr/>
            <p:nvPr/>
          </p:nvSpPr>
          <p:spPr>
            <a:xfrm rot="-157512" flipH="1">
              <a:off x="9087877" y="638193"/>
              <a:ext cx="650192" cy="721089"/>
            </a:xfrm>
            <a:custGeom>
              <a:avLst/>
              <a:gdLst/>
              <a:ahLst/>
              <a:cxnLst/>
              <a:rect l="l" t="t" r="r" b="b"/>
              <a:pathLst>
                <a:path w="26009" h="28845" fill="none" extrusionOk="0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" name="Google Shape;1113;p30"/>
            <p:cNvSpPr/>
            <p:nvPr/>
          </p:nvSpPr>
          <p:spPr>
            <a:xfrm rot="-157512" flipH="1">
              <a:off x="7525463" y="193693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" name="Google Shape;1114;p30"/>
            <p:cNvSpPr/>
            <p:nvPr/>
          </p:nvSpPr>
          <p:spPr>
            <a:xfrm rot="-157512" flipH="1">
              <a:off x="9076066" y="781639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" name="Google Shape;1115;p30"/>
            <p:cNvSpPr/>
            <p:nvPr/>
          </p:nvSpPr>
          <p:spPr>
            <a:xfrm rot="-157512" flipH="1">
              <a:off x="9692804" y="115886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16" name="Google Shape;1116;p30"/>
          <p:cNvGrpSpPr/>
          <p:nvPr/>
        </p:nvGrpSpPr>
        <p:grpSpPr>
          <a:xfrm>
            <a:off x="1531525" y="4798375"/>
            <a:ext cx="76825" cy="76800"/>
            <a:chOff x="3104875" y="1099400"/>
            <a:chExt cx="76825" cy="76800"/>
          </a:xfrm>
        </p:grpSpPr>
        <p:sp>
          <p:nvSpPr>
            <p:cNvPr id="1117" name="Google Shape;1117;p30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Google Shape;1118;p30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19" name="Google Shape;1119;p30"/>
          <p:cNvGrpSpPr/>
          <p:nvPr/>
        </p:nvGrpSpPr>
        <p:grpSpPr>
          <a:xfrm>
            <a:off x="8745875" y="2533350"/>
            <a:ext cx="76825" cy="76800"/>
            <a:chOff x="3104875" y="1099400"/>
            <a:chExt cx="76825" cy="76800"/>
          </a:xfrm>
        </p:grpSpPr>
        <p:sp>
          <p:nvSpPr>
            <p:cNvPr id="1120" name="Google Shape;1120;p30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" name="Google Shape;1121;p30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22" name="Google Shape;1122;p30"/>
          <p:cNvGrpSpPr/>
          <p:nvPr/>
        </p:nvGrpSpPr>
        <p:grpSpPr>
          <a:xfrm>
            <a:off x="3576600" y="215950"/>
            <a:ext cx="76825" cy="76800"/>
            <a:chOff x="3104875" y="1099400"/>
            <a:chExt cx="76825" cy="76800"/>
          </a:xfrm>
        </p:grpSpPr>
        <p:sp>
          <p:nvSpPr>
            <p:cNvPr id="1123" name="Google Shape;1123;p30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Google Shape;1124;p30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125" name="Google Shape;1125;p30"/>
          <p:cNvPicPr preferRelativeResize="0"/>
          <p:nvPr/>
        </p:nvPicPr>
        <p:blipFill rotWithShape="1">
          <a:blip r:embed="rId3">
            <a:alphaModFix/>
          </a:blip>
          <a:srcRect l="15236" r="10474"/>
          <a:stretch/>
        </p:blipFill>
        <p:spPr>
          <a:xfrm>
            <a:off x="7421549" y="539509"/>
            <a:ext cx="1552574" cy="1390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7" name="Google Shape;1127;p31"/>
          <p:cNvGrpSpPr/>
          <p:nvPr/>
        </p:nvGrpSpPr>
        <p:grpSpPr>
          <a:xfrm>
            <a:off x="4780389" y="2513201"/>
            <a:ext cx="5036265" cy="4113315"/>
            <a:chOff x="4780389" y="2513201"/>
            <a:chExt cx="5036265" cy="4113315"/>
          </a:xfrm>
        </p:grpSpPr>
        <p:grpSp>
          <p:nvGrpSpPr>
            <p:cNvPr id="1128" name="Google Shape;1128;p31"/>
            <p:cNvGrpSpPr/>
            <p:nvPr/>
          </p:nvGrpSpPr>
          <p:grpSpPr>
            <a:xfrm>
              <a:off x="4780389" y="2513201"/>
              <a:ext cx="5036265" cy="4113315"/>
              <a:chOff x="4673664" y="2214101"/>
              <a:chExt cx="5036265" cy="4113315"/>
            </a:xfrm>
          </p:grpSpPr>
          <p:sp>
            <p:nvSpPr>
              <p:cNvPr id="1129" name="Google Shape;1129;p31"/>
              <p:cNvSpPr/>
              <p:nvPr/>
            </p:nvSpPr>
            <p:spPr>
              <a:xfrm rot="157512">
                <a:off x="9047033" y="4559649"/>
                <a:ext cx="57072" cy="57047"/>
              </a:xfrm>
              <a:custGeom>
                <a:avLst/>
                <a:gdLst/>
                <a:ahLst/>
                <a:cxnLst/>
                <a:rect l="l" t="t" r="r" b="b"/>
                <a:pathLst>
                  <a:path w="2283" h="2282" extrusionOk="0">
                    <a:moveTo>
                      <a:pt x="1141" y="1"/>
                    </a:moveTo>
                    <a:cubicBezTo>
                      <a:pt x="511" y="1"/>
                      <a:pt x="0" y="512"/>
                      <a:pt x="0" y="1142"/>
                    </a:cubicBezTo>
                    <a:cubicBezTo>
                      <a:pt x="0" y="1771"/>
                      <a:pt x="511" y="2282"/>
                      <a:pt x="1141" y="2282"/>
                    </a:cubicBezTo>
                    <a:cubicBezTo>
                      <a:pt x="1771" y="2282"/>
                      <a:pt x="2282" y="1771"/>
                      <a:pt x="2282" y="1142"/>
                    </a:cubicBezTo>
                    <a:cubicBezTo>
                      <a:pt x="2282" y="512"/>
                      <a:pt x="1771" y="1"/>
                      <a:pt x="11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130" name="Google Shape;1130;p31"/>
              <p:cNvGrpSpPr/>
              <p:nvPr/>
            </p:nvGrpSpPr>
            <p:grpSpPr>
              <a:xfrm>
                <a:off x="4673664" y="2214101"/>
                <a:ext cx="5036265" cy="4113315"/>
                <a:chOff x="4673664" y="2214101"/>
                <a:chExt cx="5036265" cy="4113315"/>
              </a:xfrm>
            </p:grpSpPr>
            <p:grpSp>
              <p:nvGrpSpPr>
                <p:cNvPr id="1131" name="Google Shape;1131;p31"/>
                <p:cNvGrpSpPr/>
                <p:nvPr/>
              </p:nvGrpSpPr>
              <p:grpSpPr>
                <a:xfrm>
                  <a:off x="4673664" y="2214101"/>
                  <a:ext cx="5036265" cy="4113315"/>
                  <a:chOff x="3825164" y="427026"/>
                  <a:chExt cx="5036265" cy="4113315"/>
                </a:xfrm>
              </p:grpSpPr>
              <p:sp>
                <p:nvSpPr>
                  <p:cNvPr id="1132" name="Google Shape;1132;p31"/>
                  <p:cNvSpPr/>
                  <p:nvPr/>
                </p:nvSpPr>
                <p:spPr>
                  <a:xfrm rot="157512">
                    <a:off x="6915828" y="473247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33" name="Google Shape;1133;p31"/>
                  <p:cNvSpPr/>
                  <p:nvPr/>
                </p:nvSpPr>
                <p:spPr>
                  <a:xfrm rot="157512">
                    <a:off x="7541687" y="457392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34" name="Google Shape;1134;p31"/>
                  <p:cNvSpPr/>
                  <p:nvPr/>
                </p:nvSpPr>
                <p:spPr>
                  <a:xfrm rot="157512">
                    <a:off x="8167572" y="441537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35" name="Google Shape;1135;p31"/>
                  <p:cNvSpPr/>
                  <p:nvPr/>
                </p:nvSpPr>
                <p:spPr>
                  <a:xfrm rot="157512">
                    <a:off x="7242491" y="100735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5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36" name="Google Shape;1136;p31"/>
                  <p:cNvSpPr/>
                  <p:nvPr/>
                </p:nvSpPr>
                <p:spPr>
                  <a:xfrm rot="157512">
                    <a:off x="7868375" y="991501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37" name="Google Shape;1137;p31"/>
                  <p:cNvSpPr/>
                  <p:nvPr/>
                </p:nvSpPr>
                <p:spPr>
                  <a:xfrm rot="157512">
                    <a:off x="6943294" y="1557320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5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38" name="Google Shape;1138;p31"/>
                  <p:cNvSpPr/>
                  <p:nvPr/>
                </p:nvSpPr>
                <p:spPr>
                  <a:xfrm rot="157512">
                    <a:off x="7569154" y="1541466"/>
                    <a:ext cx="650217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4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39" name="Google Shape;1139;p31"/>
                  <p:cNvSpPr/>
                  <p:nvPr/>
                </p:nvSpPr>
                <p:spPr>
                  <a:xfrm rot="157512">
                    <a:off x="8195039" y="1525586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40" name="Google Shape;1140;p31"/>
                  <p:cNvSpPr/>
                  <p:nvPr/>
                </p:nvSpPr>
                <p:spPr>
                  <a:xfrm rot="157512">
                    <a:off x="4140535" y="2170703"/>
                    <a:ext cx="65021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0"/>
                        </a:lnTo>
                        <a:lnTo>
                          <a:pt x="1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41" name="Google Shape;1141;p31"/>
                  <p:cNvSpPr/>
                  <p:nvPr/>
                </p:nvSpPr>
                <p:spPr>
                  <a:xfrm rot="157512">
                    <a:off x="4766419" y="215484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1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4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42" name="Google Shape;1142;p31"/>
                  <p:cNvSpPr/>
                  <p:nvPr/>
                </p:nvSpPr>
                <p:spPr>
                  <a:xfrm rot="157512">
                    <a:off x="5392303" y="2138993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43" name="Google Shape;1143;p31"/>
                  <p:cNvSpPr/>
                  <p:nvPr/>
                </p:nvSpPr>
                <p:spPr>
                  <a:xfrm rot="157512">
                    <a:off x="6018188" y="2123139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44" name="Google Shape;1144;p31"/>
                  <p:cNvSpPr/>
                  <p:nvPr/>
                </p:nvSpPr>
                <p:spPr>
                  <a:xfrm rot="157512">
                    <a:off x="6644073" y="2107259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8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45" name="Google Shape;1145;p31"/>
                  <p:cNvSpPr/>
                  <p:nvPr/>
                </p:nvSpPr>
                <p:spPr>
                  <a:xfrm rot="157512">
                    <a:off x="7269957" y="2091430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46" name="Google Shape;1146;p31"/>
                  <p:cNvSpPr/>
                  <p:nvPr/>
                </p:nvSpPr>
                <p:spPr>
                  <a:xfrm rot="157512">
                    <a:off x="7895842" y="2075550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9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47" name="Google Shape;1147;p31"/>
                  <p:cNvSpPr/>
                  <p:nvPr/>
                </p:nvSpPr>
                <p:spPr>
                  <a:xfrm rot="157512">
                    <a:off x="3841337" y="272066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5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48" name="Google Shape;1148;p31"/>
                  <p:cNvSpPr/>
                  <p:nvPr/>
                </p:nvSpPr>
                <p:spPr>
                  <a:xfrm rot="157512">
                    <a:off x="4467198" y="2704787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3"/>
                        </a:lnTo>
                        <a:lnTo>
                          <a:pt x="1030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49" name="Google Shape;1149;p31"/>
                  <p:cNvSpPr/>
                  <p:nvPr/>
                </p:nvSpPr>
                <p:spPr>
                  <a:xfrm rot="157512">
                    <a:off x="5093107" y="268895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50" name="Google Shape;1150;p31"/>
                  <p:cNvSpPr/>
                  <p:nvPr/>
                </p:nvSpPr>
                <p:spPr>
                  <a:xfrm rot="157512">
                    <a:off x="5718992" y="2673103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51" name="Google Shape;1151;p31"/>
                  <p:cNvSpPr/>
                  <p:nvPr/>
                </p:nvSpPr>
                <p:spPr>
                  <a:xfrm rot="157512">
                    <a:off x="6344876" y="2657223"/>
                    <a:ext cx="65016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5" y="1"/>
                        </a:lnTo>
                        <a:lnTo>
                          <a:pt x="0" y="8103"/>
                        </a:lnTo>
                        <a:lnTo>
                          <a:pt x="1028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52" name="Google Shape;1152;p31"/>
                  <p:cNvSpPr/>
                  <p:nvPr/>
                </p:nvSpPr>
                <p:spPr>
                  <a:xfrm rot="157512">
                    <a:off x="6970736" y="2641369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53" name="Google Shape;1153;p31"/>
                  <p:cNvSpPr/>
                  <p:nvPr/>
                </p:nvSpPr>
                <p:spPr>
                  <a:xfrm rot="157512">
                    <a:off x="4168001" y="3254751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4"/>
                        </a:moveTo>
                        <a:lnTo>
                          <a:pt x="24980" y="6322"/>
                        </a:lnTo>
                        <a:lnTo>
                          <a:pt x="11977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54" name="Google Shape;1154;p31"/>
                  <p:cNvSpPr/>
                  <p:nvPr/>
                </p:nvSpPr>
                <p:spPr>
                  <a:xfrm rot="157512">
                    <a:off x="4793885" y="3238896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7" y="0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55" name="Google Shape;1155;p31"/>
                  <p:cNvSpPr/>
                  <p:nvPr/>
                </p:nvSpPr>
                <p:spPr>
                  <a:xfrm rot="157512">
                    <a:off x="5419770" y="3223067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1" y="6320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56" name="Google Shape;1156;p31"/>
                  <p:cNvSpPr/>
                  <p:nvPr/>
                </p:nvSpPr>
                <p:spPr>
                  <a:xfrm rot="157512">
                    <a:off x="6045654" y="320718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57" name="Google Shape;1157;p31"/>
                  <p:cNvSpPr/>
                  <p:nvPr/>
                </p:nvSpPr>
                <p:spPr>
                  <a:xfrm rot="157512">
                    <a:off x="3868779" y="3804714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4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2"/>
                        </a:lnTo>
                        <a:lnTo>
                          <a:pt x="1030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58" name="Google Shape;1158;p31"/>
                  <p:cNvSpPr/>
                  <p:nvPr/>
                </p:nvSpPr>
                <p:spPr>
                  <a:xfrm rot="157512">
                    <a:off x="4494689" y="3788860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59" name="Google Shape;1159;p31"/>
                  <p:cNvSpPr/>
                  <p:nvPr/>
                </p:nvSpPr>
                <p:spPr>
                  <a:xfrm rot="157512">
                    <a:off x="5120574" y="377300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1160" name="Google Shape;1160;p31"/>
                <p:cNvSpPr/>
                <p:nvPr/>
              </p:nvSpPr>
              <p:spPr>
                <a:xfrm rot="157512">
                  <a:off x="6228998" y="4446717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1"/>
                        <a:pt x="1142" y="2281"/>
                      </a:cubicBezTo>
                      <a:cubicBezTo>
                        <a:pt x="1772" y="2281"/>
                        <a:pt x="2283" y="1772"/>
                        <a:pt x="2283" y="1141"/>
                      </a:cubicBezTo>
                      <a:cubicBezTo>
                        <a:pt x="2283" y="511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61" name="Google Shape;1161;p31"/>
                <p:cNvSpPr/>
                <p:nvPr/>
              </p:nvSpPr>
              <p:spPr>
                <a:xfrm rot="157512">
                  <a:off x="9351770" y="4005108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1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2"/>
                        <a:pt x="511" y="2282"/>
                        <a:pt x="1141" y="2282"/>
                      </a:cubicBezTo>
                      <a:cubicBezTo>
                        <a:pt x="1771" y="2282"/>
                        <a:pt x="2281" y="1772"/>
                        <a:pt x="2281" y="1141"/>
                      </a:cubicBezTo>
                      <a:cubicBezTo>
                        <a:pt x="2281" y="511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62" name="Google Shape;1162;p31"/>
                <p:cNvSpPr/>
                <p:nvPr/>
              </p:nvSpPr>
              <p:spPr>
                <a:xfrm rot="157512">
                  <a:off x="8403706" y="3847890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63" name="Google Shape;1163;p31"/>
                <p:cNvSpPr/>
                <p:nvPr/>
              </p:nvSpPr>
              <p:spPr>
                <a:xfrm rot="157512">
                  <a:off x="8124633" y="5115580"/>
                  <a:ext cx="57047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2" extrusionOk="0">
                      <a:moveTo>
                        <a:pt x="1140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1"/>
                        <a:pt x="510" y="2281"/>
                        <a:pt x="1140" y="2281"/>
                      </a:cubicBezTo>
                      <a:cubicBezTo>
                        <a:pt x="1771" y="2281"/>
                        <a:pt x="2281" y="1771"/>
                        <a:pt x="2281" y="1141"/>
                      </a:cubicBezTo>
                      <a:cubicBezTo>
                        <a:pt x="2281" y="511"/>
                        <a:pt x="1771" y="0"/>
                        <a:pt x="114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64" name="Google Shape;1164;p31"/>
                <p:cNvSpPr/>
                <p:nvPr/>
              </p:nvSpPr>
              <p:spPr>
                <a:xfrm rot="157512">
                  <a:off x="6574005" y="5703526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65" name="Google Shape;1165;p31"/>
                <p:cNvSpPr/>
                <p:nvPr/>
              </p:nvSpPr>
              <p:spPr>
                <a:xfrm rot="157512">
                  <a:off x="5957267" y="6080755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0"/>
                      </a:moveTo>
                      <a:cubicBezTo>
                        <a:pt x="511" y="0"/>
                        <a:pt x="0" y="510"/>
                        <a:pt x="0" y="1140"/>
                      </a:cubicBezTo>
                      <a:cubicBezTo>
                        <a:pt x="0" y="1770"/>
                        <a:pt x="511" y="2281"/>
                        <a:pt x="1141" y="2281"/>
                      </a:cubicBezTo>
                      <a:cubicBezTo>
                        <a:pt x="1771" y="2281"/>
                        <a:pt x="2282" y="1770"/>
                        <a:pt x="2282" y="1140"/>
                      </a:cubicBezTo>
                      <a:cubicBezTo>
                        <a:pt x="2282" y="510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66" name="Google Shape;1166;p31"/>
                <p:cNvSpPr/>
                <p:nvPr/>
              </p:nvSpPr>
              <p:spPr>
                <a:xfrm rot="157512">
                  <a:off x="5929801" y="4996682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1" y="0"/>
                        <a:pt x="1" y="510"/>
                        <a:pt x="1" y="1140"/>
                      </a:cubicBezTo>
                      <a:cubicBezTo>
                        <a:pt x="1" y="1771"/>
                        <a:pt x="511" y="2281"/>
                        <a:pt x="1142" y="2281"/>
                      </a:cubicBezTo>
                      <a:cubicBezTo>
                        <a:pt x="1772" y="2281"/>
                        <a:pt x="2283" y="1771"/>
                        <a:pt x="2283" y="1140"/>
                      </a:cubicBezTo>
                      <a:cubicBezTo>
                        <a:pt x="2283" y="510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67" name="Google Shape;1167;p31"/>
                <p:cNvSpPr/>
                <p:nvPr/>
              </p:nvSpPr>
              <p:spPr>
                <a:xfrm rot="157512">
                  <a:off x="9015730" y="3465389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2"/>
                        <a:pt x="1142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1168" name="Google Shape;1168;p31"/>
            <p:cNvSpPr/>
            <p:nvPr/>
          </p:nvSpPr>
          <p:spPr>
            <a:xfrm rot="157512">
              <a:off x="8799542" y="3225845"/>
              <a:ext cx="57022" cy="57072"/>
            </a:xfrm>
            <a:custGeom>
              <a:avLst/>
              <a:gdLst/>
              <a:ahLst/>
              <a:cxnLst/>
              <a:rect l="l" t="t" r="r" b="b"/>
              <a:pathLst>
                <a:path w="2281" h="2283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Google Shape;1169;p31"/>
            <p:cNvSpPr/>
            <p:nvPr/>
          </p:nvSpPr>
          <p:spPr>
            <a:xfrm rot="157512">
              <a:off x="5710335" y="4761896"/>
              <a:ext cx="57072" cy="57072"/>
            </a:xfrm>
            <a:custGeom>
              <a:avLst/>
              <a:gdLst/>
              <a:ahLst/>
              <a:cxnLst/>
              <a:rect l="l" t="t" r="r" b="b"/>
              <a:pathLst>
                <a:path w="2283" h="2283" extrusionOk="0">
                  <a:moveTo>
                    <a:pt x="1141" y="1"/>
                  </a:moveTo>
                  <a:cubicBezTo>
                    <a:pt x="511" y="1"/>
                    <a:pt x="0" y="511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2" y="1772"/>
                    <a:pt x="2282" y="1142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Google Shape;1170;p31"/>
            <p:cNvSpPr/>
            <p:nvPr/>
          </p:nvSpPr>
          <p:spPr>
            <a:xfrm rot="157512">
              <a:off x="7885492" y="4168682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1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2" y="2281"/>
                    <a:pt x="2281" y="1770"/>
                    <a:pt x="2281" y="1141"/>
                  </a:cubicBezTo>
                  <a:cubicBezTo>
                    <a:pt x="2281" y="511"/>
                    <a:pt x="1772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71" name="Google Shape;1171;p31"/>
          <p:cNvGrpSpPr/>
          <p:nvPr/>
        </p:nvGrpSpPr>
        <p:grpSpPr>
          <a:xfrm>
            <a:off x="-3382536" y="-1517162"/>
            <a:ext cx="5036265" cy="4113315"/>
            <a:chOff x="4780389" y="2513201"/>
            <a:chExt cx="5036265" cy="4113315"/>
          </a:xfrm>
        </p:grpSpPr>
        <p:grpSp>
          <p:nvGrpSpPr>
            <p:cNvPr id="1172" name="Google Shape;1172;p31"/>
            <p:cNvGrpSpPr/>
            <p:nvPr/>
          </p:nvGrpSpPr>
          <p:grpSpPr>
            <a:xfrm>
              <a:off x="4780389" y="2513201"/>
              <a:ext cx="5036265" cy="4113315"/>
              <a:chOff x="4673664" y="2214101"/>
              <a:chExt cx="5036265" cy="4113315"/>
            </a:xfrm>
          </p:grpSpPr>
          <p:sp>
            <p:nvSpPr>
              <p:cNvPr id="1173" name="Google Shape;1173;p31"/>
              <p:cNvSpPr/>
              <p:nvPr/>
            </p:nvSpPr>
            <p:spPr>
              <a:xfrm rot="157512">
                <a:off x="9047033" y="4559649"/>
                <a:ext cx="57072" cy="57047"/>
              </a:xfrm>
              <a:custGeom>
                <a:avLst/>
                <a:gdLst/>
                <a:ahLst/>
                <a:cxnLst/>
                <a:rect l="l" t="t" r="r" b="b"/>
                <a:pathLst>
                  <a:path w="2283" h="2282" extrusionOk="0">
                    <a:moveTo>
                      <a:pt x="1141" y="1"/>
                    </a:moveTo>
                    <a:cubicBezTo>
                      <a:pt x="511" y="1"/>
                      <a:pt x="0" y="512"/>
                      <a:pt x="0" y="1142"/>
                    </a:cubicBezTo>
                    <a:cubicBezTo>
                      <a:pt x="0" y="1771"/>
                      <a:pt x="511" y="2282"/>
                      <a:pt x="1141" y="2282"/>
                    </a:cubicBezTo>
                    <a:cubicBezTo>
                      <a:pt x="1771" y="2282"/>
                      <a:pt x="2282" y="1771"/>
                      <a:pt x="2282" y="1142"/>
                    </a:cubicBezTo>
                    <a:cubicBezTo>
                      <a:pt x="2282" y="512"/>
                      <a:pt x="1771" y="1"/>
                      <a:pt x="11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174" name="Google Shape;1174;p31"/>
              <p:cNvGrpSpPr/>
              <p:nvPr/>
            </p:nvGrpSpPr>
            <p:grpSpPr>
              <a:xfrm>
                <a:off x="4673664" y="2214101"/>
                <a:ext cx="5036265" cy="4113315"/>
                <a:chOff x="4673664" y="2214101"/>
                <a:chExt cx="5036265" cy="4113315"/>
              </a:xfrm>
            </p:grpSpPr>
            <p:grpSp>
              <p:nvGrpSpPr>
                <p:cNvPr id="1175" name="Google Shape;1175;p31"/>
                <p:cNvGrpSpPr/>
                <p:nvPr/>
              </p:nvGrpSpPr>
              <p:grpSpPr>
                <a:xfrm>
                  <a:off x="4673664" y="2214101"/>
                  <a:ext cx="5036265" cy="4113315"/>
                  <a:chOff x="3825164" y="427026"/>
                  <a:chExt cx="5036265" cy="4113315"/>
                </a:xfrm>
              </p:grpSpPr>
              <p:sp>
                <p:nvSpPr>
                  <p:cNvPr id="1176" name="Google Shape;1176;p31"/>
                  <p:cNvSpPr/>
                  <p:nvPr/>
                </p:nvSpPr>
                <p:spPr>
                  <a:xfrm rot="157512">
                    <a:off x="6915828" y="473247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77" name="Google Shape;1177;p31"/>
                  <p:cNvSpPr/>
                  <p:nvPr/>
                </p:nvSpPr>
                <p:spPr>
                  <a:xfrm rot="157512">
                    <a:off x="7541687" y="457392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78" name="Google Shape;1178;p31"/>
                  <p:cNvSpPr/>
                  <p:nvPr/>
                </p:nvSpPr>
                <p:spPr>
                  <a:xfrm rot="157512">
                    <a:off x="8167572" y="441537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79" name="Google Shape;1179;p31"/>
                  <p:cNvSpPr/>
                  <p:nvPr/>
                </p:nvSpPr>
                <p:spPr>
                  <a:xfrm rot="157512">
                    <a:off x="7242491" y="100735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5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80" name="Google Shape;1180;p31"/>
                  <p:cNvSpPr/>
                  <p:nvPr/>
                </p:nvSpPr>
                <p:spPr>
                  <a:xfrm rot="157512">
                    <a:off x="7868375" y="991501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81" name="Google Shape;1181;p31"/>
                  <p:cNvSpPr/>
                  <p:nvPr/>
                </p:nvSpPr>
                <p:spPr>
                  <a:xfrm rot="157512">
                    <a:off x="6943294" y="1557320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5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82" name="Google Shape;1182;p31"/>
                  <p:cNvSpPr/>
                  <p:nvPr/>
                </p:nvSpPr>
                <p:spPr>
                  <a:xfrm rot="157512">
                    <a:off x="7569154" y="1541466"/>
                    <a:ext cx="650217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4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83" name="Google Shape;1183;p31"/>
                  <p:cNvSpPr/>
                  <p:nvPr/>
                </p:nvSpPr>
                <p:spPr>
                  <a:xfrm rot="157512">
                    <a:off x="8195039" y="1525586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84" name="Google Shape;1184;p31"/>
                  <p:cNvSpPr/>
                  <p:nvPr/>
                </p:nvSpPr>
                <p:spPr>
                  <a:xfrm rot="157512">
                    <a:off x="4140535" y="2170703"/>
                    <a:ext cx="65021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0"/>
                        </a:lnTo>
                        <a:lnTo>
                          <a:pt x="1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85" name="Google Shape;1185;p31"/>
                  <p:cNvSpPr/>
                  <p:nvPr/>
                </p:nvSpPr>
                <p:spPr>
                  <a:xfrm rot="157512">
                    <a:off x="4766419" y="215484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1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4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86" name="Google Shape;1186;p31"/>
                  <p:cNvSpPr/>
                  <p:nvPr/>
                </p:nvSpPr>
                <p:spPr>
                  <a:xfrm rot="157512">
                    <a:off x="5392303" y="2138993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87" name="Google Shape;1187;p31"/>
                  <p:cNvSpPr/>
                  <p:nvPr/>
                </p:nvSpPr>
                <p:spPr>
                  <a:xfrm rot="157512">
                    <a:off x="6018188" y="2123139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88" name="Google Shape;1188;p31"/>
                  <p:cNvSpPr/>
                  <p:nvPr/>
                </p:nvSpPr>
                <p:spPr>
                  <a:xfrm rot="157512">
                    <a:off x="6644073" y="2107259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8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89" name="Google Shape;1189;p31"/>
                  <p:cNvSpPr/>
                  <p:nvPr/>
                </p:nvSpPr>
                <p:spPr>
                  <a:xfrm rot="157512">
                    <a:off x="7269957" y="2091430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90" name="Google Shape;1190;p31"/>
                  <p:cNvSpPr/>
                  <p:nvPr/>
                </p:nvSpPr>
                <p:spPr>
                  <a:xfrm rot="157512">
                    <a:off x="7895842" y="2075550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9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91" name="Google Shape;1191;p31"/>
                  <p:cNvSpPr/>
                  <p:nvPr/>
                </p:nvSpPr>
                <p:spPr>
                  <a:xfrm rot="157512">
                    <a:off x="3841337" y="272066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5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92" name="Google Shape;1192;p31"/>
                  <p:cNvSpPr/>
                  <p:nvPr/>
                </p:nvSpPr>
                <p:spPr>
                  <a:xfrm rot="157512">
                    <a:off x="4467198" y="2704787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3"/>
                        </a:lnTo>
                        <a:lnTo>
                          <a:pt x="1030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93" name="Google Shape;1193;p31"/>
                  <p:cNvSpPr/>
                  <p:nvPr/>
                </p:nvSpPr>
                <p:spPr>
                  <a:xfrm rot="157512">
                    <a:off x="5093107" y="268895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94" name="Google Shape;1194;p31"/>
                  <p:cNvSpPr/>
                  <p:nvPr/>
                </p:nvSpPr>
                <p:spPr>
                  <a:xfrm rot="157512">
                    <a:off x="5718992" y="2673103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95" name="Google Shape;1195;p31"/>
                  <p:cNvSpPr/>
                  <p:nvPr/>
                </p:nvSpPr>
                <p:spPr>
                  <a:xfrm rot="157512">
                    <a:off x="6344876" y="2657223"/>
                    <a:ext cx="65016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5" y="1"/>
                        </a:lnTo>
                        <a:lnTo>
                          <a:pt x="0" y="8103"/>
                        </a:lnTo>
                        <a:lnTo>
                          <a:pt x="1028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96" name="Google Shape;1196;p31"/>
                  <p:cNvSpPr/>
                  <p:nvPr/>
                </p:nvSpPr>
                <p:spPr>
                  <a:xfrm rot="157512">
                    <a:off x="6970736" y="2641369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97" name="Google Shape;1197;p31"/>
                  <p:cNvSpPr/>
                  <p:nvPr/>
                </p:nvSpPr>
                <p:spPr>
                  <a:xfrm rot="157512">
                    <a:off x="4168001" y="3254751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4"/>
                        </a:moveTo>
                        <a:lnTo>
                          <a:pt x="24980" y="6322"/>
                        </a:lnTo>
                        <a:lnTo>
                          <a:pt x="11977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98" name="Google Shape;1198;p31"/>
                  <p:cNvSpPr/>
                  <p:nvPr/>
                </p:nvSpPr>
                <p:spPr>
                  <a:xfrm rot="157512">
                    <a:off x="4793885" y="3238896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7" y="0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99" name="Google Shape;1199;p31"/>
                  <p:cNvSpPr/>
                  <p:nvPr/>
                </p:nvSpPr>
                <p:spPr>
                  <a:xfrm rot="157512">
                    <a:off x="5419770" y="3223067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1" y="6320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00" name="Google Shape;1200;p31"/>
                  <p:cNvSpPr/>
                  <p:nvPr/>
                </p:nvSpPr>
                <p:spPr>
                  <a:xfrm rot="157512">
                    <a:off x="6045654" y="320718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01" name="Google Shape;1201;p31"/>
                  <p:cNvSpPr/>
                  <p:nvPr/>
                </p:nvSpPr>
                <p:spPr>
                  <a:xfrm rot="157512">
                    <a:off x="3868779" y="3804714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4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2"/>
                        </a:lnTo>
                        <a:lnTo>
                          <a:pt x="1030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02" name="Google Shape;1202;p31"/>
                  <p:cNvSpPr/>
                  <p:nvPr/>
                </p:nvSpPr>
                <p:spPr>
                  <a:xfrm rot="157512">
                    <a:off x="4494689" y="3788860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03" name="Google Shape;1203;p31"/>
                  <p:cNvSpPr/>
                  <p:nvPr/>
                </p:nvSpPr>
                <p:spPr>
                  <a:xfrm rot="157512">
                    <a:off x="5120574" y="377300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1204" name="Google Shape;1204;p31"/>
                <p:cNvSpPr/>
                <p:nvPr/>
              </p:nvSpPr>
              <p:spPr>
                <a:xfrm rot="157512">
                  <a:off x="6228998" y="4446717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1"/>
                        <a:pt x="1142" y="2281"/>
                      </a:cubicBezTo>
                      <a:cubicBezTo>
                        <a:pt x="1772" y="2281"/>
                        <a:pt x="2283" y="1772"/>
                        <a:pt x="2283" y="1141"/>
                      </a:cubicBezTo>
                      <a:cubicBezTo>
                        <a:pt x="2283" y="511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05" name="Google Shape;1205;p31"/>
                <p:cNvSpPr/>
                <p:nvPr/>
              </p:nvSpPr>
              <p:spPr>
                <a:xfrm rot="157512">
                  <a:off x="9351770" y="4005108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1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2"/>
                        <a:pt x="511" y="2282"/>
                        <a:pt x="1141" y="2282"/>
                      </a:cubicBezTo>
                      <a:cubicBezTo>
                        <a:pt x="1771" y="2282"/>
                        <a:pt x="2281" y="1772"/>
                        <a:pt x="2281" y="1141"/>
                      </a:cubicBezTo>
                      <a:cubicBezTo>
                        <a:pt x="2281" y="511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06" name="Google Shape;1206;p31"/>
                <p:cNvSpPr/>
                <p:nvPr/>
              </p:nvSpPr>
              <p:spPr>
                <a:xfrm rot="157512">
                  <a:off x="8403706" y="3847890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07" name="Google Shape;1207;p31"/>
                <p:cNvSpPr/>
                <p:nvPr/>
              </p:nvSpPr>
              <p:spPr>
                <a:xfrm rot="157512">
                  <a:off x="8124633" y="5115580"/>
                  <a:ext cx="57047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2" extrusionOk="0">
                      <a:moveTo>
                        <a:pt x="1140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1"/>
                        <a:pt x="510" y="2281"/>
                        <a:pt x="1140" y="2281"/>
                      </a:cubicBezTo>
                      <a:cubicBezTo>
                        <a:pt x="1771" y="2281"/>
                        <a:pt x="2281" y="1771"/>
                        <a:pt x="2281" y="1141"/>
                      </a:cubicBezTo>
                      <a:cubicBezTo>
                        <a:pt x="2281" y="511"/>
                        <a:pt x="1771" y="0"/>
                        <a:pt x="114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08" name="Google Shape;1208;p31"/>
                <p:cNvSpPr/>
                <p:nvPr/>
              </p:nvSpPr>
              <p:spPr>
                <a:xfrm rot="157512">
                  <a:off x="6574005" y="5703526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09" name="Google Shape;1209;p31"/>
                <p:cNvSpPr/>
                <p:nvPr/>
              </p:nvSpPr>
              <p:spPr>
                <a:xfrm rot="157512">
                  <a:off x="5957267" y="6080755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0"/>
                      </a:moveTo>
                      <a:cubicBezTo>
                        <a:pt x="511" y="0"/>
                        <a:pt x="0" y="510"/>
                        <a:pt x="0" y="1140"/>
                      </a:cubicBezTo>
                      <a:cubicBezTo>
                        <a:pt x="0" y="1770"/>
                        <a:pt x="511" y="2281"/>
                        <a:pt x="1141" y="2281"/>
                      </a:cubicBezTo>
                      <a:cubicBezTo>
                        <a:pt x="1771" y="2281"/>
                        <a:pt x="2282" y="1770"/>
                        <a:pt x="2282" y="1140"/>
                      </a:cubicBezTo>
                      <a:cubicBezTo>
                        <a:pt x="2282" y="510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10" name="Google Shape;1210;p31"/>
                <p:cNvSpPr/>
                <p:nvPr/>
              </p:nvSpPr>
              <p:spPr>
                <a:xfrm rot="157512">
                  <a:off x="5929801" y="4996682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1" y="0"/>
                        <a:pt x="1" y="510"/>
                        <a:pt x="1" y="1140"/>
                      </a:cubicBezTo>
                      <a:cubicBezTo>
                        <a:pt x="1" y="1771"/>
                        <a:pt x="511" y="2281"/>
                        <a:pt x="1142" y="2281"/>
                      </a:cubicBezTo>
                      <a:cubicBezTo>
                        <a:pt x="1772" y="2281"/>
                        <a:pt x="2283" y="1771"/>
                        <a:pt x="2283" y="1140"/>
                      </a:cubicBezTo>
                      <a:cubicBezTo>
                        <a:pt x="2283" y="510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11" name="Google Shape;1211;p31"/>
                <p:cNvSpPr/>
                <p:nvPr/>
              </p:nvSpPr>
              <p:spPr>
                <a:xfrm rot="157512">
                  <a:off x="9015730" y="3465389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2"/>
                        <a:pt x="1142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1212" name="Google Shape;1212;p31"/>
            <p:cNvSpPr/>
            <p:nvPr/>
          </p:nvSpPr>
          <p:spPr>
            <a:xfrm rot="157512">
              <a:off x="8799542" y="3225845"/>
              <a:ext cx="57022" cy="57072"/>
            </a:xfrm>
            <a:custGeom>
              <a:avLst/>
              <a:gdLst/>
              <a:ahLst/>
              <a:cxnLst/>
              <a:rect l="l" t="t" r="r" b="b"/>
              <a:pathLst>
                <a:path w="2281" h="2283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" name="Google Shape;1213;p31"/>
            <p:cNvSpPr/>
            <p:nvPr/>
          </p:nvSpPr>
          <p:spPr>
            <a:xfrm rot="157512">
              <a:off x="5710335" y="4761896"/>
              <a:ext cx="57072" cy="57072"/>
            </a:xfrm>
            <a:custGeom>
              <a:avLst/>
              <a:gdLst/>
              <a:ahLst/>
              <a:cxnLst/>
              <a:rect l="l" t="t" r="r" b="b"/>
              <a:pathLst>
                <a:path w="2283" h="2283" extrusionOk="0">
                  <a:moveTo>
                    <a:pt x="1141" y="1"/>
                  </a:moveTo>
                  <a:cubicBezTo>
                    <a:pt x="511" y="1"/>
                    <a:pt x="0" y="511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2" y="1772"/>
                    <a:pt x="2282" y="1142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" name="Google Shape;1214;p31"/>
            <p:cNvSpPr/>
            <p:nvPr/>
          </p:nvSpPr>
          <p:spPr>
            <a:xfrm rot="157512">
              <a:off x="7885492" y="4168682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1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2" y="2281"/>
                    <a:pt x="2281" y="1770"/>
                    <a:pt x="2281" y="1141"/>
                  </a:cubicBezTo>
                  <a:cubicBezTo>
                    <a:pt x="2281" y="511"/>
                    <a:pt x="1772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15" name="Google Shape;1215;p31"/>
          <p:cNvGrpSpPr/>
          <p:nvPr/>
        </p:nvGrpSpPr>
        <p:grpSpPr>
          <a:xfrm>
            <a:off x="274225" y="2188525"/>
            <a:ext cx="76825" cy="76800"/>
            <a:chOff x="3104875" y="1099400"/>
            <a:chExt cx="76825" cy="76800"/>
          </a:xfrm>
        </p:grpSpPr>
        <p:sp>
          <p:nvSpPr>
            <p:cNvPr id="1216" name="Google Shape;1216;p31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Google Shape;1217;p31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18" name="Google Shape;1218;p31"/>
          <p:cNvGrpSpPr/>
          <p:nvPr/>
        </p:nvGrpSpPr>
        <p:grpSpPr>
          <a:xfrm>
            <a:off x="3783350" y="4781250"/>
            <a:ext cx="76825" cy="76800"/>
            <a:chOff x="3104875" y="1099400"/>
            <a:chExt cx="76825" cy="76800"/>
          </a:xfrm>
        </p:grpSpPr>
        <p:sp>
          <p:nvSpPr>
            <p:cNvPr id="1219" name="Google Shape;1219;p31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Google Shape;1220;p31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21" name="Google Shape;1221;p31"/>
          <p:cNvGrpSpPr/>
          <p:nvPr/>
        </p:nvGrpSpPr>
        <p:grpSpPr>
          <a:xfrm>
            <a:off x="7034175" y="263575"/>
            <a:ext cx="76825" cy="76800"/>
            <a:chOff x="3104875" y="1099400"/>
            <a:chExt cx="76825" cy="76800"/>
          </a:xfrm>
        </p:grpSpPr>
        <p:sp>
          <p:nvSpPr>
            <p:cNvPr id="1222" name="Google Shape;1222;p31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" name="Google Shape;1223;p31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224" name="Google Shape;1224;p31"/>
          <p:cNvPicPr preferRelativeResize="0"/>
          <p:nvPr/>
        </p:nvPicPr>
        <p:blipFill rotWithShape="1">
          <a:blip r:embed="rId2">
            <a:alphaModFix/>
          </a:blip>
          <a:srcRect l="24331" t="5721" r="23342" b="4591"/>
          <a:stretch/>
        </p:blipFill>
        <p:spPr>
          <a:xfrm rot="2268302">
            <a:off x="204037" y="2189887"/>
            <a:ext cx="1857374" cy="1790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5" name="Google Shape;1225;p31"/>
          <p:cNvPicPr preferRelativeResize="0"/>
          <p:nvPr/>
        </p:nvPicPr>
        <p:blipFill rotWithShape="1">
          <a:blip r:embed="rId3">
            <a:alphaModFix/>
          </a:blip>
          <a:srcRect l="18647" t="7960" r="8852" b="8336"/>
          <a:stretch/>
        </p:blipFill>
        <p:spPr>
          <a:xfrm rot="-1406513">
            <a:off x="899285" y="427425"/>
            <a:ext cx="1175233" cy="7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6" name="Google Shape;1226;p31"/>
          <p:cNvPicPr preferRelativeResize="0"/>
          <p:nvPr/>
        </p:nvPicPr>
        <p:blipFill rotWithShape="1">
          <a:blip r:embed="rId4">
            <a:alphaModFix/>
          </a:blip>
          <a:srcRect l="25537" t="7152" r="23467" b="5838"/>
          <a:stretch/>
        </p:blipFill>
        <p:spPr>
          <a:xfrm>
            <a:off x="6925599" y="755225"/>
            <a:ext cx="1920000" cy="1842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7" name="Google Shape;1227;p31"/>
          <p:cNvPicPr preferRelativeResize="0"/>
          <p:nvPr/>
        </p:nvPicPr>
        <p:blipFill rotWithShape="1">
          <a:blip r:embed="rId5">
            <a:alphaModFix/>
          </a:blip>
          <a:srcRect l="15236" r="10474"/>
          <a:stretch/>
        </p:blipFill>
        <p:spPr>
          <a:xfrm rot="1220421">
            <a:off x="6684874" y="2035009"/>
            <a:ext cx="1552575" cy="1390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8" name="Google Shape;1228;p31"/>
          <p:cNvPicPr preferRelativeResize="0"/>
          <p:nvPr/>
        </p:nvPicPr>
        <p:blipFill rotWithShape="1">
          <a:blip r:embed="rId6">
            <a:alphaModFix/>
          </a:blip>
          <a:srcRect l="22009" r="18455"/>
          <a:stretch/>
        </p:blipFill>
        <p:spPr>
          <a:xfrm rot="-1592621">
            <a:off x="1473480" y="2658333"/>
            <a:ext cx="903663" cy="8538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ontserrat Black"/>
              <a:buNone/>
              <a:defRPr sz="32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◆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■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■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■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4" r:id="rId4"/>
    <p:sldLayoutId id="2147483655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71" r:id="rId12"/>
    <p:sldLayoutId id="2147483673" r:id="rId13"/>
    <p:sldLayoutId id="2147483676" r:id="rId14"/>
    <p:sldLayoutId id="2147483677" r:id="rId1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png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3.png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.png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3.png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png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.png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.png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9" name="Google Shape;1239;p35"/>
          <p:cNvPicPr preferRelativeResize="0"/>
          <p:nvPr/>
        </p:nvPicPr>
        <p:blipFill rotWithShape="1">
          <a:blip r:embed="rId3">
            <a:alphaModFix/>
          </a:blip>
          <a:srcRect l="25537" t="7152" r="23467" b="5838"/>
          <a:stretch/>
        </p:blipFill>
        <p:spPr>
          <a:xfrm>
            <a:off x="5198299" y="-207176"/>
            <a:ext cx="1920000" cy="1842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0" name="Google Shape;1240;p35"/>
          <p:cNvPicPr preferRelativeResize="0"/>
          <p:nvPr/>
        </p:nvPicPr>
        <p:blipFill rotWithShape="1">
          <a:blip r:embed="rId4">
            <a:alphaModFix/>
          </a:blip>
          <a:srcRect l="22009" r="18455"/>
          <a:stretch/>
        </p:blipFill>
        <p:spPr>
          <a:xfrm rot="-1020085">
            <a:off x="7078930" y="3979044"/>
            <a:ext cx="1187445" cy="112192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41" name="Google Shape;1241;p35"/>
          <p:cNvGrpSpPr/>
          <p:nvPr/>
        </p:nvGrpSpPr>
        <p:grpSpPr>
          <a:xfrm>
            <a:off x="7905475" y="1691152"/>
            <a:ext cx="76825" cy="76800"/>
            <a:chOff x="3104875" y="1099400"/>
            <a:chExt cx="76825" cy="76800"/>
          </a:xfrm>
        </p:grpSpPr>
        <p:sp>
          <p:nvSpPr>
            <p:cNvPr id="1242" name="Google Shape;1242;p35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Google Shape;1243;p35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44" name="Google Shape;1244;p35"/>
          <p:cNvGrpSpPr/>
          <p:nvPr/>
        </p:nvGrpSpPr>
        <p:grpSpPr>
          <a:xfrm>
            <a:off x="4400275" y="421324"/>
            <a:ext cx="76825" cy="76800"/>
            <a:chOff x="3104875" y="1099400"/>
            <a:chExt cx="76825" cy="76800"/>
          </a:xfrm>
        </p:grpSpPr>
        <p:sp>
          <p:nvSpPr>
            <p:cNvPr id="1245" name="Google Shape;1245;p35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" name="Google Shape;1246;p35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247" name="Google Shape;1247;p35"/>
          <p:cNvPicPr preferRelativeResize="0"/>
          <p:nvPr/>
        </p:nvPicPr>
        <p:blipFill rotWithShape="1">
          <a:blip r:embed="rId5">
            <a:alphaModFix/>
          </a:blip>
          <a:srcRect l="18647" t="7960" r="8852" b="8336"/>
          <a:stretch/>
        </p:blipFill>
        <p:spPr>
          <a:xfrm rot="-1152297">
            <a:off x="6577050" y="179111"/>
            <a:ext cx="1647827" cy="1070150"/>
          </a:xfrm>
          <a:prstGeom prst="rect">
            <a:avLst/>
          </a:prstGeom>
          <a:noFill/>
          <a:ln>
            <a:noFill/>
          </a:ln>
        </p:spPr>
      </p:pic>
      <p:sp>
        <p:nvSpPr>
          <p:cNvPr id="1248" name="Google Shape;1248;p35"/>
          <p:cNvSpPr txBox="1">
            <a:spLocks noGrp="1"/>
          </p:cNvSpPr>
          <p:nvPr>
            <p:ph type="ctrTitle"/>
          </p:nvPr>
        </p:nvSpPr>
        <p:spPr>
          <a:xfrm>
            <a:off x="328319" y="1694412"/>
            <a:ext cx="8297562" cy="175467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algn="ctr">
              <a:lnSpc>
                <a:spcPct val="110000"/>
              </a:lnSpc>
            </a:pPr>
            <a:r>
              <a:rPr lang="de-DE" sz="3200" dirty="0"/>
              <a:t>Mobile Bildverarbeitung zur Fehlererkennung und </a:t>
            </a:r>
            <a:br>
              <a:rPr lang="de-DE" sz="3200" dirty="0"/>
            </a:br>
            <a:r>
              <a:rPr lang="de-DE" sz="3200" dirty="0"/>
              <a:t>-klassifizierung in der Produktion</a:t>
            </a:r>
            <a:endParaRPr sz="800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49" name="Google Shape;1249;p35"/>
          <p:cNvSpPr txBox="1">
            <a:spLocks noGrp="1"/>
          </p:cNvSpPr>
          <p:nvPr>
            <p:ph type="subTitle" idx="1"/>
          </p:nvPr>
        </p:nvSpPr>
        <p:spPr>
          <a:xfrm>
            <a:off x="385773" y="4357158"/>
            <a:ext cx="4091327" cy="36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Noel Sappeck | GKT Fürstenwalde GmbH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3" name="Google Shape;1273;p37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Gliederung</a:t>
            </a:r>
            <a:endParaRPr dirty="0"/>
          </a:p>
        </p:txBody>
      </p:sp>
      <p:sp>
        <p:nvSpPr>
          <p:cNvPr id="1278" name="Google Shape;1278;p37"/>
          <p:cNvSpPr txBox="1">
            <a:spLocks noGrp="1"/>
          </p:cNvSpPr>
          <p:nvPr>
            <p:ph type="title" idx="5"/>
          </p:nvPr>
        </p:nvSpPr>
        <p:spPr>
          <a:xfrm>
            <a:off x="2261899" y="1841038"/>
            <a:ext cx="9768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sp>
        <p:nvSpPr>
          <p:cNvPr id="1279" name="Google Shape;1279;p37"/>
          <p:cNvSpPr txBox="1">
            <a:spLocks noGrp="1"/>
          </p:cNvSpPr>
          <p:nvPr>
            <p:ph type="subTitle" idx="6"/>
          </p:nvPr>
        </p:nvSpPr>
        <p:spPr>
          <a:xfrm>
            <a:off x="3325968" y="1841038"/>
            <a:ext cx="37428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Theoretische Grundlage</a:t>
            </a:r>
            <a:endParaRPr dirty="0"/>
          </a:p>
        </p:txBody>
      </p:sp>
      <p:sp>
        <p:nvSpPr>
          <p:cNvPr id="1281" name="Google Shape;1281;p37"/>
          <p:cNvSpPr txBox="1">
            <a:spLocks noGrp="1"/>
          </p:cNvSpPr>
          <p:nvPr>
            <p:ph type="title" idx="8"/>
          </p:nvPr>
        </p:nvSpPr>
        <p:spPr>
          <a:xfrm>
            <a:off x="2261899" y="2474123"/>
            <a:ext cx="9768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sp>
        <p:nvSpPr>
          <p:cNvPr id="1282" name="Google Shape;1282;p37"/>
          <p:cNvSpPr txBox="1">
            <a:spLocks noGrp="1"/>
          </p:cNvSpPr>
          <p:nvPr>
            <p:ph type="subTitle" idx="9"/>
          </p:nvPr>
        </p:nvSpPr>
        <p:spPr>
          <a:xfrm>
            <a:off x="3325968" y="2474123"/>
            <a:ext cx="37428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/>
            <a:r>
              <a:rPr lang="de-DE" dirty="0"/>
              <a:t>Methodisches Vorgehen</a:t>
            </a:r>
          </a:p>
        </p:txBody>
      </p:sp>
      <p:sp>
        <p:nvSpPr>
          <p:cNvPr id="1284" name="Google Shape;1284;p37"/>
          <p:cNvSpPr txBox="1">
            <a:spLocks noGrp="1"/>
          </p:cNvSpPr>
          <p:nvPr>
            <p:ph type="title" idx="14"/>
          </p:nvPr>
        </p:nvSpPr>
        <p:spPr>
          <a:xfrm>
            <a:off x="2261899" y="3107208"/>
            <a:ext cx="9768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sp>
        <p:nvSpPr>
          <p:cNvPr id="1285" name="Google Shape;1285;p37"/>
          <p:cNvSpPr txBox="1">
            <a:spLocks noGrp="1"/>
          </p:cNvSpPr>
          <p:nvPr>
            <p:ph type="subTitle" idx="15"/>
          </p:nvPr>
        </p:nvSpPr>
        <p:spPr>
          <a:xfrm>
            <a:off x="3325968" y="3107208"/>
            <a:ext cx="37428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Probleme</a:t>
            </a:r>
            <a:endParaRPr dirty="0"/>
          </a:p>
        </p:txBody>
      </p:sp>
      <p:sp>
        <p:nvSpPr>
          <p:cNvPr id="1287" name="Google Shape;1287;p37"/>
          <p:cNvSpPr txBox="1">
            <a:spLocks noGrp="1"/>
          </p:cNvSpPr>
          <p:nvPr>
            <p:ph type="title" idx="17"/>
          </p:nvPr>
        </p:nvSpPr>
        <p:spPr>
          <a:xfrm>
            <a:off x="2261899" y="3740293"/>
            <a:ext cx="9768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  <p:sp>
        <p:nvSpPr>
          <p:cNvPr id="1288" name="Google Shape;1288;p37"/>
          <p:cNvSpPr txBox="1">
            <a:spLocks noGrp="1"/>
          </p:cNvSpPr>
          <p:nvPr>
            <p:ph type="subTitle" idx="18"/>
          </p:nvPr>
        </p:nvSpPr>
        <p:spPr>
          <a:xfrm>
            <a:off x="3325968" y="3740293"/>
            <a:ext cx="37428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Ergebnisse</a:t>
            </a:r>
            <a:endParaRPr dirty="0"/>
          </a:p>
        </p:txBody>
      </p:sp>
      <p:grpSp>
        <p:nvGrpSpPr>
          <p:cNvPr id="1289" name="Google Shape;1289;p37"/>
          <p:cNvGrpSpPr/>
          <p:nvPr/>
        </p:nvGrpSpPr>
        <p:grpSpPr>
          <a:xfrm>
            <a:off x="7429225" y="1024425"/>
            <a:ext cx="76825" cy="76800"/>
            <a:chOff x="3104875" y="1099400"/>
            <a:chExt cx="76825" cy="76800"/>
          </a:xfrm>
        </p:grpSpPr>
        <p:sp>
          <p:nvSpPr>
            <p:cNvPr id="1290" name="Google Shape;1290;p37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" name="Google Shape;1291;p37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92" name="Google Shape;1292;p37"/>
          <p:cNvGrpSpPr/>
          <p:nvPr/>
        </p:nvGrpSpPr>
        <p:grpSpPr>
          <a:xfrm>
            <a:off x="1469800" y="605875"/>
            <a:ext cx="76825" cy="76800"/>
            <a:chOff x="3104875" y="1099400"/>
            <a:chExt cx="76825" cy="76800"/>
          </a:xfrm>
        </p:grpSpPr>
        <p:sp>
          <p:nvSpPr>
            <p:cNvPr id="1293" name="Google Shape;1293;p37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Google Shape;1294;p37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295" name="Google Shape;1295;p37"/>
          <p:cNvPicPr preferRelativeResize="0"/>
          <p:nvPr/>
        </p:nvPicPr>
        <p:blipFill rotWithShape="1">
          <a:blip r:embed="rId3">
            <a:alphaModFix/>
          </a:blip>
          <a:srcRect l="18647" t="7960" r="8852" b="8336"/>
          <a:stretch/>
        </p:blipFill>
        <p:spPr>
          <a:xfrm rot="-9296825">
            <a:off x="7261373" y="109212"/>
            <a:ext cx="1647828" cy="107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2">
          <a:extLst>
            <a:ext uri="{FF2B5EF4-FFF2-40B4-BE49-F238E27FC236}">
              <a16:creationId xmlns:a16="http://schemas.microsoft.com/office/drawing/2014/main" id="{C11B1130-682C-C4DB-310F-760045DDCD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3" name="Google Shape;1383;p40">
            <a:extLst>
              <a:ext uri="{FF2B5EF4-FFF2-40B4-BE49-F238E27FC236}">
                <a16:creationId xmlns:a16="http://schemas.microsoft.com/office/drawing/2014/main" id="{89293A26-CC3F-EA22-4CE2-5F1E1F610930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720000" y="1496250"/>
            <a:ext cx="13818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pic>
        <p:nvPicPr>
          <p:cNvPr id="1385" name="Google Shape;1385;p40">
            <a:extLst>
              <a:ext uri="{FF2B5EF4-FFF2-40B4-BE49-F238E27FC236}">
                <a16:creationId xmlns:a16="http://schemas.microsoft.com/office/drawing/2014/main" id="{88436CAE-682E-B31E-48CF-74D0B7FEE1C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24331" t="5721" r="23342" b="4591"/>
          <a:stretch/>
        </p:blipFill>
        <p:spPr>
          <a:xfrm rot="2268302">
            <a:off x="7040137" y="2719387"/>
            <a:ext cx="1857374" cy="1790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6" name="Google Shape;1386;p40">
            <a:extLst>
              <a:ext uri="{FF2B5EF4-FFF2-40B4-BE49-F238E27FC236}">
                <a16:creationId xmlns:a16="http://schemas.microsoft.com/office/drawing/2014/main" id="{DCBC23CC-C507-7A9F-199F-2ABB2F10C87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18647" t="7960" r="8852" b="8336"/>
          <a:stretch/>
        </p:blipFill>
        <p:spPr>
          <a:xfrm rot="-1406513">
            <a:off x="6447085" y="3651950"/>
            <a:ext cx="1175233" cy="7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7" name="Google Shape;1387;p40">
            <a:extLst>
              <a:ext uri="{FF2B5EF4-FFF2-40B4-BE49-F238E27FC236}">
                <a16:creationId xmlns:a16="http://schemas.microsoft.com/office/drawing/2014/main" id="{12843392-D7A3-9902-F6CA-B701C04C483B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l="25537" t="7152" r="23467" b="5838"/>
          <a:stretch/>
        </p:blipFill>
        <p:spPr>
          <a:xfrm>
            <a:off x="6035249" y="251825"/>
            <a:ext cx="1920000" cy="1842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8" name="Google Shape;1388;p40">
            <a:extLst>
              <a:ext uri="{FF2B5EF4-FFF2-40B4-BE49-F238E27FC236}">
                <a16:creationId xmlns:a16="http://schemas.microsoft.com/office/drawing/2014/main" id="{A469C19D-7DC2-ECF4-2F03-30AE701E7589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 l="15236" r="10474"/>
          <a:stretch/>
        </p:blipFill>
        <p:spPr>
          <a:xfrm rot="1220421">
            <a:off x="4940349" y="553959"/>
            <a:ext cx="1552575" cy="1390851"/>
          </a:xfrm>
          <a:prstGeom prst="rect">
            <a:avLst/>
          </a:prstGeom>
          <a:noFill/>
          <a:ln>
            <a:noFill/>
          </a:ln>
        </p:spPr>
      </p:pic>
      <p:sp>
        <p:nvSpPr>
          <p:cNvPr id="1389" name="Google Shape;1389;p40">
            <a:extLst>
              <a:ext uri="{FF2B5EF4-FFF2-40B4-BE49-F238E27FC236}">
                <a16:creationId xmlns:a16="http://schemas.microsoft.com/office/drawing/2014/main" id="{9F189929-E2F3-02EE-DF6B-2B2DFAF1F71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2384238"/>
            <a:ext cx="73518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de-DE" dirty="0"/>
              <a:t>Theoretische Grundlage</a:t>
            </a:r>
          </a:p>
        </p:txBody>
      </p:sp>
      <p:grpSp>
        <p:nvGrpSpPr>
          <p:cNvPr id="1390" name="Google Shape;1390;p40">
            <a:extLst>
              <a:ext uri="{FF2B5EF4-FFF2-40B4-BE49-F238E27FC236}">
                <a16:creationId xmlns:a16="http://schemas.microsoft.com/office/drawing/2014/main" id="{03EC160A-13E7-2901-6781-906594BE09CC}"/>
              </a:ext>
            </a:extLst>
          </p:cNvPr>
          <p:cNvGrpSpPr/>
          <p:nvPr/>
        </p:nvGrpSpPr>
        <p:grpSpPr>
          <a:xfrm>
            <a:off x="8219800" y="2094550"/>
            <a:ext cx="76825" cy="76800"/>
            <a:chOff x="3104875" y="1099400"/>
            <a:chExt cx="76825" cy="76800"/>
          </a:xfrm>
        </p:grpSpPr>
        <p:sp>
          <p:nvSpPr>
            <p:cNvPr id="1391" name="Google Shape;1391;p40">
              <a:extLst>
                <a:ext uri="{FF2B5EF4-FFF2-40B4-BE49-F238E27FC236}">
                  <a16:creationId xmlns:a16="http://schemas.microsoft.com/office/drawing/2014/main" id="{122E3D88-A069-6470-8F06-3473C9BDF764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Google Shape;1392;p40">
              <a:extLst>
                <a:ext uri="{FF2B5EF4-FFF2-40B4-BE49-F238E27FC236}">
                  <a16:creationId xmlns:a16="http://schemas.microsoft.com/office/drawing/2014/main" id="{10CC9EA5-BCF3-68E8-B30A-1E8CEA5512D3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93" name="Google Shape;1393;p40">
            <a:extLst>
              <a:ext uri="{FF2B5EF4-FFF2-40B4-BE49-F238E27FC236}">
                <a16:creationId xmlns:a16="http://schemas.microsoft.com/office/drawing/2014/main" id="{437C3215-AEA8-D854-4082-6D82193CA9F8}"/>
              </a:ext>
            </a:extLst>
          </p:cNvPr>
          <p:cNvGrpSpPr/>
          <p:nvPr/>
        </p:nvGrpSpPr>
        <p:grpSpPr>
          <a:xfrm rot="1891135">
            <a:off x="4266962" y="4210993"/>
            <a:ext cx="76828" cy="76803"/>
            <a:chOff x="3104875" y="1099400"/>
            <a:chExt cx="76825" cy="76800"/>
          </a:xfrm>
        </p:grpSpPr>
        <p:sp>
          <p:nvSpPr>
            <p:cNvPr id="1394" name="Google Shape;1394;p40">
              <a:extLst>
                <a:ext uri="{FF2B5EF4-FFF2-40B4-BE49-F238E27FC236}">
                  <a16:creationId xmlns:a16="http://schemas.microsoft.com/office/drawing/2014/main" id="{F21D6AFB-0CAC-221C-9E8C-9EDBB44D36C6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Google Shape;1395;p40">
              <a:extLst>
                <a:ext uri="{FF2B5EF4-FFF2-40B4-BE49-F238E27FC236}">
                  <a16:creationId xmlns:a16="http://schemas.microsoft.com/office/drawing/2014/main" id="{2CA73645-3E8F-0650-878C-2429B081C0A5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96" name="Google Shape;1396;p40">
            <a:extLst>
              <a:ext uri="{FF2B5EF4-FFF2-40B4-BE49-F238E27FC236}">
                <a16:creationId xmlns:a16="http://schemas.microsoft.com/office/drawing/2014/main" id="{0E9A9627-0736-5A33-1618-0E75DD23BA0E}"/>
              </a:ext>
            </a:extLst>
          </p:cNvPr>
          <p:cNvGrpSpPr/>
          <p:nvPr/>
        </p:nvGrpSpPr>
        <p:grpSpPr>
          <a:xfrm>
            <a:off x="2400025" y="1210988"/>
            <a:ext cx="76825" cy="76800"/>
            <a:chOff x="3104875" y="1099400"/>
            <a:chExt cx="76825" cy="76800"/>
          </a:xfrm>
        </p:grpSpPr>
        <p:sp>
          <p:nvSpPr>
            <p:cNvPr id="1397" name="Google Shape;1397;p40">
              <a:extLst>
                <a:ext uri="{FF2B5EF4-FFF2-40B4-BE49-F238E27FC236}">
                  <a16:creationId xmlns:a16="http://schemas.microsoft.com/office/drawing/2014/main" id="{6C040A50-245E-E3B3-1BE1-60A6002B5092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Google Shape;1398;p40">
              <a:extLst>
                <a:ext uri="{FF2B5EF4-FFF2-40B4-BE49-F238E27FC236}">
                  <a16:creationId xmlns:a16="http://schemas.microsoft.com/office/drawing/2014/main" id="{74ECD7DD-5CE0-29EA-D706-F0F7BA521C6A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399" name="Google Shape;1399;p40">
            <a:extLst>
              <a:ext uri="{FF2B5EF4-FFF2-40B4-BE49-F238E27FC236}">
                <a16:creationId xmlns:a16="http://schemas.microsoft.com/office/drawing/2014/main" id="{9D0B92C2-B5EE-3D3A-CA3D-6C9EAC64C071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 l="22009" r="18455"/>
          <a:stretch/>
        </p:blipFill>
        <p:spPr>
          <a:xfrm rot="1203247">
            <a:off x="1616204" y="3965720"/>
            <a:ext cx="903665" cy="85381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feld 3">
            <a:extLst>
              <a:ext uri="{FF2B5EF4-FFF2-40B4-BE49-F238E27FC236}">
                <a16:creationId xmlns:a16="http://schemas.microsoft.com/office/drawing/2014/main" id="{A1802171-0ADB-ACAA-FEDB-633526F9A66E}"/>
              </a:ext>
            </a:extLst>
          </p:cNvPr>
          <p:cNvSpPr txBox="1"/>
          <p:nvPr/>
        </p:nvSpPr>
        <p:spPr>
          <a:xfrm>
            <a:off x="720000" y="3266264"/>
            <a:ext cx="49270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i="1" dirty="0">
                <a:solidFill>
                  <a:schemeClr val="tx1"/>
                </a:solidFill>
                <a:latin typeface="Montserrat" panose="00000500000000000000" pitchFamily="2" charset="0"/>
              </a:rPr>
              <a:t>Darstellung der Grundlagen von Qualitätssicherung und Bildverarbeitung</a:t>
            </a:r>
            <a:endParaRPr lang="de-DE" dirty="0">
              <a:solidFill>
                <a:schemeClr val="tx1"/>
              </a:solidFill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36404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1">
          <a:extLst>
            <a:ext uri="{FF2B5EF4-FFF2-40B4-BE49-F238E27FC236}">
              <a16:creationId xmlns:a16="http://schemas.microsoft.com/office/drawing/2014/main" id="{D2EC3875-F03E-21F1-ED9F-982E4D5A62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4" name="Google Shape;1424;p42">
            <a:extLst>
              <a:ext uri="{FF2B5EF4-FFF2-40B4-BE49-F238E27FC236}">
                <a16:creationId xmlns:a16="http://schemas.microsoft.com/office/drawing/2014/main" id="{6EF1D516-94EB-649E-D1C6-143B4587CA1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25537" t="7152" r="23467" b="5838"/>
          <a:stretch/>
        </p:blipFill>
        <p:spPr>
          <a:xfrm>
            <a:off x="1353599" y="1585225"/>
            <a:ext cx="1920000" cy="1842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5" name="Google Shape;1425;p42">
            <a:extLst>
              <a:ext uri="{FF2B5EF4-FFF2-40B4-BE49-F238E27FC236}">
                <a16:creationId xmlns:a16="http://schemas.microsoft.com/office/drawing/2014/main" id="{730B58D3-47AB-B422-C429-62EF59E4D50B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15236" r="10474"/>
          <a:stretch/>
        </p:blipFill>
        <p:spPr>
          <a:xfrm rot="-1358193">
            <a:off x="674149" y="1062985"/>
            <a:ext cx="1552576" cy="139085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26" name="Google Shape;1426;p42">
            <a:extLst>
              <a:ext uri="{FF2B5EF4-FFF2-40B4-BE49-F238E27FC236}">
                <a16:creationId xmlns:a16="http://schemas.microsoft.com/office/drawing/2014/main" id="{CE1E2276-B140-198D-CB26-2134CD292691}"/>
              </a:ext>
            </a:extLst>
          </p:cNvPr>
          <p:cNvGrpSpPr/>
          <p:nvPr/>
        </p:nvGrpSpPr>
        <p:grpSpPr>
          <a:xfrm>
            <a:off x="8219800" y="2094550"/>
            <a:ext cx="76825" cy="76800"/>
            <a:chOff x="3104875" y="1099400"/>
            <a:chExt cx="76825" cy="76800"/>
          </a:xfrm>
        </p:grpSpPr>
        <p:sp>
          <p:nvSpPr>
            <p:cNvPr id="1427" name="Google Shape;1427;p42">
              <a:extLst>
                <a:ext uri="{FF2B5EF4-FFF2-40B4-BE49-F238E27FC236}">
                  <a16:creationId xmlns:a16="http://schemas.microsoft.com/office/drawing/2014/main" id="{6DE33D62-6B7A-F01C-6A2D-D1ED4AE92766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" name="Google Shape;1428;p42">
              <a:extLst>
                <a:ext uri="{FF2B5EF4-FFF2-40B4-BE49-F238E27FC236}">
                  <a16:creationId xmlns:a16="http://schemas.microsoft.com/office/drawing/2014/main" id="{A5D5306B-C52A-4FFE-6EB4-08645B27A611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29" name="Google Shape;1429;p42">
            <a:extLst>
              <a:ext uri="{FF2B5EF4-FFF2-40B4-BE49-F238E27FC236}">
                <a16:creationId xmlns:a16="http://schemas.microsoft.com/office/drawing/2014/main" id="{9027D0E7-B7D2-B37E-8D1E-D10D141C798F}"/>
              </a:ext>
            </a:extLst>
          </p:cNvPr>
          <p:cNvGrpSpPr/>
          <p:nvPr/>
        </p:nvGrpSpPr>
        <p:grpSpPr>
          <a:xfrm>
            <a:off x="2830475" y="905613"/>
            <a:ext cx="76825" cy="76800"/>
            <a:chOff x="3104875" y="1099400"/>
            <a:chExt cx="76825" cy="76800"/>
          </a:xfrm>
        </p:grpSpPr>
        <p:sp>
          <p:nvSpPr>
            <p:cNvPr id="1430" name="Google Shape;1430;p42">
              <a:extLst>
                <a:ext uri="{FF2B5EF4-FFF2-40B4-BE49-F238E27FC236}">
                  <a16:creationId xmlns:a16="http://schemas.microsoft.com/office/drawing/2014/main" id="{B8CD32DC-4608-DEA9-47F0-602D471DD839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" name="Google Shape;1431;p42">
              <a:extLst>
                <a:ext uri="{FF2B5EF4-FFF2-40B4-BE49-F238E27FC236}">
                  <a16:creationId xmlns:a16="http://schemas.microsoft.com/office/drawing/2014/main" id="{2C70CA84-C2A2-513C-2FF2-4CB1A2BA2D5F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432" name="Google Shape;1432;p42">
            <a:extLst>
              <a:ext uri="{FF2B5EF4-FFF2-40B4-BE49-F238E27FC236}">
                <a16:creationId xmlns:a16="http://schemas.microsoft.com/office/drawing/2014/main" id="{AEAD7F4D-E69F-2EB0-43BA-0C710D539FE1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l="22009" r="18455"/>
          <a:stretch/>
        </p:blipFill>
        <p:spPr>
          <a:xfrm rot="1203247">
            <a:off x="2250929" y="3556995"/>
            <a:ext cx="903665" cy="85381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33" name="Google Shape;1433;p42">
            <a:extLst>
              <a:ext uri="{FF2B5EF4-FFF2-40B4-BE49-F238E27FC236}">
                <a16:creationId xmlns:a16="http://schemas.microsoft.com/office/drawing/2014/main" id="{DDA440C5-5776-8242-BBF6-FF4FD37669C0}"/>
              </a:ext>
            </a:extLst>
          </p:cNvPr>
          <p:cNvGrpSpPr/>
          <p:nvPr/>
        </p:nvGrpSpPr>
        <p:grpSpPr>
          <a:xfrm>
            <a:off x="1038925" y="3057463"/>
            <a:ext cx="76825" cy="76800"/>
            <a:chOff x="3104875" y="1099400"/>
            <a:chExt cx="76825" cy="76800"/>
          </a:xfrm>
        </p:grpSpPr>
        <p:sp>
          <p:nvSpPr>
            <p:cNvPr id="1434" name="Google Shape;1434;p42">
              <a:extLst>
                <a:ext uri="{FF2B5EF4-FFF2-40B4-BE49-F238E27FC236}">
                  <a16:creationId xmlns:a16="http://schemas.microsoft.com/office/drawing/2014/main" id="{AE0E1B4B-F14B-B299-8D27-E8BCB76900A6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" name="Google Shape;1435;p42">
              <a:extLst>
                <a:ext uri="{FF2B5EF4-FFF2-40B4-BE49-F238E27FC236}">
                  <a16:creationId xmlns:a16="http://schemas.microsoft.com/office/drawing/2014/main" id="{06BB580C-0EBE-7E08-683C-4161BB78F458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36" name="Google Shape;1436;p42">
            <a:extLst>
              <a:ext uri="{FF2B5EF4-FFF2-40B4-BE49-F238E27FC236}">
                <a16:creationId xmlns:a16="http://schemas.microsoft.com/office/drawing/2014/main" id="{6A29DC9C-6977-A0DD-F564-A6AAD2EDCDAF}"/>
              </a:ext>
            </a:extLst>
          </p:cNvPr>
          <p:cNvGrpSpPr/>
          <p:nvPr/>
        </p:nvGrpSpPr>
        <p:grpSpPr>
          <a:xfrm>
            <a:off x="7587300" y="4276238"/>
            <a:ext cx="76825" cy="76800"/>
            <a:chOff x="3104875" y="1099400"/>
            <a:chExt cx="76825" cy="76800"/>
          </a:xfrm>
        </p:grpSpPr>
        <p:sp>
          <p:nvSpPr>
            <p:cNvPr id="1437" name="Google Shape;1437;p42">
              <a:extLst>
                <a:ext uri="{FF2B5EF4-FFF2-40B4-BE49-F238E27FC236}">
                  <a16:creationId xmlns:a16="http://schemas.microsoft.com/office/drawing/2014/main" id="{335C8584-6E13-5AA6-5318-75225D68889E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8" name="Google Shape;1438;p42">
              <a:extLst>
                <a:ext uri="{FF2B5EF4-FFF2-40B4-BE49-F238E27FC236}">
                  <a16:creationId xmlns:a16="http://schemas.microsoft.com/office/drawing/2014/main" id="{C799DAD3-1034-5A1B-8BE4-D93FCBD0273E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" name="Textfeld 3">
            <a:extLst>
              <a:ext uri="{FF2B5EF4-FFF2-40B4-BE49-F238E27FC236}">
                <a16:creationId xmlns:a16="http://schemas.microsoft.com/office/drawing/2014/main" id="{5CE8CBA6-021A-210D-E208-E49B0940CB0B}"/>
              </a:ext>
            </a:extLst>
          </p:cNvPr>
          <p:cNvSpPr txBox="1"/>
          <p:nvPr/>
        </p:nvSpPr>
        <p:spPr>
          <a:xfrm>
            <a:off x="687686" y="353775"/>
            <a:ext cx="54928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200" b="1" dirty="0">
                <a:solidFill>
                  <a:schemeClr val="accent6"/>
                </a:solidFill>
                <a:latin typeface="Montserrat" panose="00000500000000000000" pitchFamily="2" charset="0"/>
              </a:rPr>
              <a:t>Fehler in der Produktion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7E13338B-0715-7983-7D36-2A21C4EC3477}"/>
              </a:ext>
            </a:extLst>
          </p:cNvPr>
          <p:cNvSpPr txBox="1"/>
          <p:nvPr/>
        </p:nvSpPr>
        <p:spPr>
          <a:xfrm>
            <a:off x="4025272" y="1433036"/>
            <a:ext cx="3934164" cy="19949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de-DE" dirty="0">
                <a:solidFill>
                  <a:schemeClr val="accent6"/>
                </a:solidFill>
                <a:latin typeface="Montserrat" panose="00000500000000000000" pitchFamily="2" charset="0"/>
              </a:rPr>
              <a:t>Welche Fehler passieren häufig?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●"/>
            </a:pPr>
            <a:r>
              <a:rPr lang="de-DE" dirty="0">
                <a:solidFill>
                  <a:schemeClr val="accent6"/>
                </a:solidFill>
                <a:latin typeface="Montserrat" panose="00000500000000000000" pitchFamily="2" charset="0"/>
              </a:rPr>
              <a:t>Fehlendes Material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●"/>
            </a:pPr>
            <a:r>
              <a:rPr lang="de-DE" dirty="0">
                <a:solidFill>
                  <a:schemeClr val="accent6"/>
                </a:solidFill>
                <a:latin typeface="Montserrat" panose="00000500000000000000" pitchFamily="2" charset="0"/>
              </a:rPr>
              <a:t>Verfärbung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●"/>
            </a:pPr>
            <a:r>
              <a:rPr lang="de-DE" dirty="0">
                <a:solidFill>
                  <a:schemeClr val="accent6"/>
                </a:solidFill>
                <a:latin typeface="Montserrat" panose="00000500000000000000" pitchFamily="2" charset="0"/>
              </a:rPr>
              <a:t>Kratzer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●"/>
            </a:pPr>
            <a:r>
              <a:rPr lang="de-DE" dirty="0">
                <a:solidFill>
                  <a:schemeClr val="accent6"/>
                </a:solidFill>
                <a:latin typeface="Montserrat" panose="00000500000000000000" pitchFamily="2" charset="0"/>
              </a:rPr>
              <a:t>Lufteinschlüsse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●"/>
            </a:pPr>
            <a:r>
              <a:rPr lang="de-DE" dirty="0">
                <a:solidFill>
                  <a:schemeClr val="accent6"/>
                </a:solidFill>
                <a:latin typeface="Montserrat" panose="00000500000000000000" pitchFamily="2" charset="0"/>
              </a:rPr>
              <a:t>Verformungen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E64D6D75-B6CA-35F9-7826-8E0BB170FFF5}"/>
              </a:ext>
            </a:extLst>
          </p:cNvPr>
          <p:cNvSpPr txBox="1"/>
          <p:nvPr/>
        </p:nvSpPr>
        <p:spPr>
          <a:xfrm>
            <a:off x="4025271" y="3721488"/>
            <a:ext cx="44814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latin typeface="Montserrat" panose="00000500000000000000" pitchFamily="2" charset="0"/>
              </a:rPr>
              <a:t>➜</a:t>
            </a:r>
            <a:r>
              <a:rPr lang="de-DE" dirty="0">
                <a:solidFill>
                  <a:schemeClr val="accent6"/>
                </a:solidFill>
                <a:latin typeface="Montserrat" panose="00000500000000000000" pitchFamily="2" charset="0"/>
              </a:rPr>
              <a:t> welche Fehler sind für das Projekt machbar?</a:t>
            </a:r>
          </a:p>
        </p:txBody>
      </p:sp>
    </p:spTree>
    <p:extLst>
      <p:ext uri="{BB962C8B-B14F-4D97-AF65-F5344CB8AC3E}">
        <p14:creationId xmlns:p14="http://schemas.microsoft.com/office/powerpoint/2010/main" val="39748375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50" name="Google Shape;1450;p43"/>
          <p:cNvGrpSpPr/>
          <p:nvPr/>
        </p:nvGrpSpPr>
        <p:grpSpPr>
          <a:xfrm>
            <a:off x="7123225" y="1144988"/>
            <a:ext cx="76825" cy="76800"/>
            <a:chOff x="3104875" y="1099400"/>
            <a:chExt cx="76825" cy="76800"/>
          </a:xfrm>
        </p:grpSpPr>
        <p:sp>
          <p:nvSpPr>
            <p:cNvPr id="1451" name="Google Shape;1451;p43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" name="Google Shape;1452;p43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53" name="Google Shape;1453;p43"/>
          <p:cNvGrpSpPr/>
          <p:nvPr/>
        </p:nvGrpSpPr>
        <p:grpSpPr>
          <a:xfrm>
            <a:off x="6172369" y="4495114"/>
            <a:ext cx="76825" cy="76800"/>
            <a:chOff x="3104875" y="1099400"/>
            <a:chExt cx="76825" cy="76800"/>
          </a:xfrm>
        </p:grpSpPr>
        <p:sp>
          <p:nvSpPr>
            <p:cNvPr id="1454" name="Google Shape;1454;p43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" name="Google Shape;1455;p43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56" name="Google Shape;1456;p43"/>
          <p:cNvGrpSpPr/>
          <p:nvPr/>
        </p:nvGrpSpPr>
        <p:grpSpPr>
          <a:xfrm>
            <a:off x="1506350" y="1719463"/>
            <a:ext cx="76825" cy="76800"/>
            <a:chOff x="3104875" y="1099400"/>
            <a:chExt cx="76825" cy="76800"/>
          </a:xfrm>
        </p:grpSpPr>
        <p:sp>
          <p:nvSpPr>
            <p:cNvPr id="1457" name="Google Shape;1457;p43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" name="Google Shape;1458;p43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459" name="Google Shape;1459;p43"/>
          <p:cNvPicPr preferRelativeResize="0"/>
          <p:nvPr/>
        </p:nvPicPr>
        <p:blipFill rotWithShape="1">
          <a:blip r:embed="rId3">
            <a:alphaModFix/>
          </a:blip>
          <a:srcRect l="15236" r="10474"/>
          <a:stretch/>
        </p:blipFill>
        <p:spPr>
          <a:xfrm rot="-5710310">
            <a:off x="7371788" y="1756612"/>
            <a:ext cx="1552574" cy="13908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0" name="Google Shape;1460;p43"/>
          <p:cNvPicPr preferRelativeResize="0"/>
          <p:nvPr/>
        </p:nvPicPr>
        <p:blipFill rotWithShape="1">
          <a:blip r:embed="rId4">
            <a:alphaModFix/>
          </a:blip>
          <a:srcRect l="22009" r="18455"/>
          <a:stretch/>
        </p:blipFill>
        <p:spPr>
          <a:xfrm rot="-8473750">
            <a:off x="511779" y="2063733"/>
            <a:ext cx="903665" cy="85380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26504500-B6D0-0B76-B97F-0DF854F382E4}"/>
              </a:ext>
            </a:extLst>
          </p:cNvPr>
          <p:cNvSpPr txBox="1"/>
          <p:nvPr/>
        </p:nvSpPr>
        <p:spPr>
          <a:xfrm>
            <a:off x="687686" y="353775"/>
            <a:ext cx="73133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200" b="1" dirty="0">
                <a:solidFill>
                  <a:schemeClr val="accent6"/>
                </a:solidFill>
                <a:latin typeface="Montserrat" panose="00000500000000000000" pitchFamily="2" charset="0"/>
              </a:rPr>
              <a:t>Grundlagen der Bildverarbeitung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61C9206B-8519-AF50-33E2-CD48734F59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76390" y="1695485"/>
            <a:ext cx="5391219" cy="17525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●"/>
            </a:pPr>
            <a:r>
              <a:rPr lang="de-DE" altLang="de-DE" dirty="0">
                <a:solidFill>
                  <a:schemeClr val="tx1"/>
                </a:solidFill>
                <a:latin typeface="Montserrat" panose="00000500000000000000" pitchFamily="2" charset="0"/>
              </a:rPr>
              <a:t>Aufnahme von Bildern durch Kameras</a:t>
            </a:r>
          </a:p>
          <a:p>
            <a:pPr marL="285750" lvl="0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●"/>
            </a:pPr>
            <a:r>
              <a:rPr lang="de-DE" altLang="de-DE" dirty="0">
                <a:solidFill>
                  <a:schemeClr val="tx1"/>
                </a:solidFill>
                <a:latin typeface="Montserrat" panose="00000500000000000000" pitchFamily="2" charset="0"/>
              </a:rPr>
              <a:t>Verarbeitung der Bilddaten durch Software</a:t>
            </a:r>
          </a:p>
          <a:p>
            <a:pPr marL="285750" lvl="0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●"/>
            </a:pPr>
            <a:r>
              <a:rPr lang="de-DE" altLang="de-DE" dirty="0">
                <a:solidFill>
                  <a:schemeClr val="tx1"/>
                </a:solidFill>
                <a:latin typeface="Montserrat" panose="00000500000000000000" pitchFamily="2" charset="0"/>
              </a:rPr>
              <a:t>Analyse von Merkmalen wie Form, Farbe oder Struktur</a:t>
            </a:r>
          </a:p>
          <a:p>
            <a:pPr marL="285750" lvl="0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●"/>
            </a:pPr>
            <a:r>
              <a:rPr lang="de-DE" altLang="de-DE" dirty="0">
                <a:solidFill>
                  <a:schemeClr val="tx1"/>
                </a:solidFill>
                <a:latin typeface="Montserrat" panose="00000500000000000000" pitchFamily="2" charset="0"/>
              </a:rPr>
              <a:t>Nutzung zur automatischen Qualitätskontrolle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3">
          <a:extLst>
            <a:ext uri="{FF2B5EF4-FFF2-40B4-BE49-F238E27FC236}">
              <a16:creationId xmlns:a16="http://schemas.microsoft.com/office/drawing/2014/main" id="{62D82C7D-19B6-D3DD-FA6C-2EA73ECFD8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4" name="Google Shape;1404;p41">
            <a:extLst>
              <a:ext uri="{FF2B5EF4-FFF2-40B4-BE49-F238E27FC236}">
                <a16:creationId xmlns:a16="http://schemas.microsoft.com/office/drawing/2014/main" id="{0E767811-14CB-F83D-6D96-4F7353AC5A2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26806" t="7660" r="25401" b="5390"/>
          <a:stretch/>
        </p:blipFill>
        <p:spPr>
          <a:xfrm>
            <a:off x="7725041" y="3823861"/>
            <a:ext cx="1739952" cy="17806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5" name="Google Shape;1405;p41">
            <a:extLst>
              <a:ext uri="{FF2B5EF4-FFF2-40B4-BE49-F238E27FC236}">
                <a16:creationId xmlns:a16="http://schemas.microsoft.com/office/drawing/2014/main" id="{D5BFA79B-1A08-92F6-2E56-76046993221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18647" t="7960" r="8852" b="8336"/>
          <a:stretch/>
        </p:blipFill>
        <p:spPr>
          <a:xfrm rot="2832329">
            <a:off x="8481151" y="-402870"/>
            <a:ext cx="1647827" cy="1070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6" name="Google Shape;1406;p41">
            <a:extLst>
              <a:ext uri="{FF2B5EF4-FFF2-40B4-BE49-F238E27FC236}">
                <a16:creationId xmlns:a16="http://schemas.microsoft.com/office/drawing/2014/main" id="{67F95516-BCCA-1143-4199-9AC77BF788C2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l="15236" r="10474"/>
          <a:stretch/>
        </p:blipFill>
        <p:spPr>
          <a:xfrm rot="1220421">
            <a:off x="408399" y="3540122"/>
            <a:ext cx="1552575" cy="139085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08" name="Google Shape;1408;p41">
            <a:extLst>
              <a:ext uri="{FF2B5EF4-FFF2-40B4-BE49-F238E27FC236}">
                <a16:creationId xmlns:a16="http://schemas.microsoft.com/office/drawing/2014/main" id="{FC4BF107-8BC3-F48D-0A73-573C19FAC462}"/>
              </a:ext>
            </a:extLst>
          </p:cNvPr>
          <p:cNvGrpSpPr/>
          <p:nvPr/>
        </p:nvGrpSpPr>
        <p:grpSpPr>
          <a:xfrm>
            <a:off x="1241825" y="3080475"/>
            <a:ext cx="76825" cy="76800"/>
            <a:chOff x="3104875" y="1099400"/>
            <a:chExt cx="76825" cy="76800"/>
          </a:xfrm>
        </p:grpSpPr>
        <p:sp>
          <p:nvSpPr>
            <p:cNvPr id="1409" name="Google Shape;1409;p41">
              <a:extLst>
                <a:ext uri="{FF2B5EF4-FFF2-40B4-BE49-F238E27FC236}">
                  <a16:creationId xmlns:a16="http://schemas.microsoft.com/office/drawing/2014/main" id="{6EDB488C-9DF6-B72D-1804-5178AA2A5513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Google Shape;1410;p41">
              <a:extLst>
                <a:ext uri="{FF2B5EF4-FFF2-40B4-BE49-F238E27FC236}">
                  <a16:creationId xmlns:a16="http://schemas.microsoft.com/office/drawing/2014/main" id="{B1D4CF6A-CD13-FF0B-8E92-1A3EED75335A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11" name="Google Shape;1411;p41">
            <a:extLst>
              <a:ext uri="{FF2B5EF4-FFF2-40B4-BE49-F238E27FC236}">
                <a16:creationId xmlns:a16="http://schemas.microsoft.com/office/drawing/2014/main" id="{2C0C2675-1102-04FC-E9AC-19900F318A77}"/>
              </a:ext>
            </a:extLst>
          </p:cNvPr>
          <p:cNvGrpSpPr/>
          <p:nvPr/>
        </p:nvGrpSpPr>
        <p:grpSpPr>
          <a:xfrm>
            <a:off x="3367232" y="1061904"/>
            <a:ext cx="76825" cy="76800"/>
            <a:chOff x="3104875" y="1099400"/>
            <a:chExt cx="76825" cy="76800"/>
          </a:xfrm>
        </p:grpSpPr>
        <p:sp>
          <p:nvSpPr>
            <p:cNvPr id="1412" name="Google Shape;1412;p41">
              <a:extLst>
                <a:ext uri="{FF2B5EF4-FFF2-40B4-BE49-F238E27FC236}">
                  <a16:creationId xmlns:a16="http://schemas.microsoft.com/office/drawing/2014/main" id="{3C41F95A-079F-8881-996F-376E1F2391FC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Google Shape;1413;p41">
              <a:extLst>
                <a:ext uri="{FF2B5EF4-FFF2-40B4-BE49-F238E27FC236}">
                  <a16:creationId xmlns:a16="http://schemas.microsoft.com/office/drawing/2014/main" id="{973CE25B-221E-256B-F1DA-A5D3BDA036AF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14" name="Google Shape;1414;p41">
            <a:extLst>
              <a:ext uri="{FF2B5EF4-FFF2-40B4-BE49-F238E27FC236}">
                <a16:creationId xmlns:a16="http://schemas.microsoft.com/office/drawing/2014/main" id="{680BC5B7-46CE-D51A-AF5D-8256226950B8}"/>
              </a:ext>
            </a:extLst>
          </p:cNvPr>
          <p:cNvGrpSpPr/>
          <p:nvPr/>
        </p:nvGrpSpPr>
        <p:grpSpPr>
          <a:xfrm>
            <a:off x="8200950" y="2377875"/>
            <a:ext cx="76825" cy="76800"/>
            <a:chOff x="3104875" y="1099400"/>
            <a:chExt cx="76825" cy="76800"/>
          </a:xfrm>
        </p:grpSpPr>
        <p:sp>
          <p:nvSpPr>
            <p:cNvPr id="1415" name="Google Shape;1415;p41">
              <a:extLst>
                <a:ext uri="{FF2B5EF4-FFF2-40B4-BE49-F238E27FC236}">
                  <a16:creationId xmlns:a16="http://schemas.microsoft.com/office/drawing/2014/main" id="{AF1C041A-6CAC-9C91-2D3C-FC5379BF8CF4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Google Shape;1416;p41">
              <a:extLst>
                <a:ext uri="{FF2B5EF4-FFF2-40B4-BE49-F238E27FC236}">
                  <a16:creationId xmlns:a16="http://schemas.microsoft.com/office/drawing/2014/main" id="{7DAD4EA9-A398-74FF-F40E-E23E3553F685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Textfeld 1">
            <a:extLst>
              <a:ext uri="{FF2B5EF4-FFF2-40B4-BE49-F238E27FC236}">
                <a16:creationId xmlns:a16="http://schemas.microsoft.com/office/drawing/2014/main" id="{F17D225B-3AAE-7D7B-70E5-56C18AF45965}"/>
              </a:ext>
            </a:extLst>
          </p:cNvPr>
          <p:cNvSpPr txBox="1"/>
          <p:nvPr/>
        </p:nvSpPr>
        <p:spPr>
          <a:xfrm>
            <a:off x="3348336" y="353775"/>
            <a:ext cx="54928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200" b="1" dirty="0">
                <a:solidFill>
                  <a:schemeClr val="accent6"/>
                </a:solidFill>
                <a:latin typeface="Montserrat" panose="00000500000000000000" pitchFamily="2" charset="0"/>
              </a:rPr>
              <a:t>Objekterkennung mit KI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5D02DD01-1792-3F25-AD43-94863F0C2EBC}"/>
              </a:ext>
            </a:extLst>
          </p:cNvPr>
          <p:cNvSpPr txBox="1"/>
          <p:nvPr/>
        </p:nvSpPr>
        <p:spPr>
          <a:xfrm>
            <a:off x="3772224" y="1841903"/>
            <a:ext cx="4678362" cy="17525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●"/>
            </a:pPr>
            <a:r>
              <a:rPr lang="de-DE" dirty="0">
                <a:solidFill>
                  <a:schemeClr val="tx1"/>
                </a:solidFill>
                <a:latin typeface="Montserrat" panose="00000500000000000000" pitchFamily="2" charset="0"/>
              </a:rPr>
              <a:t>Lokalisierung von Objekten im Bild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●"/>
            </a:pPr>
            <a:r>
              <a:rPr lang="de-DE" dirty="0">
                <a:solidFill>
                  <a:schemeClr val="tx1"/>
                </a:solidFill>
                <a:latin typeface="Montserrat" panose="00000500000000000000" pitchFamily="2" charset="0"/>
              </a:rPr>
              <a:t>Einordnung in verschiedene Klassen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●"/>
            </a:pPr>
            <a:r>
              <a:rPr lang="de-DE" dirty="0">
                <a:solidFill>
                  <a:schemeClr val="tx1"/>
                </a:solidFill>
                <a:latin typeface="Montserrat" panose="00000500000000000000" pitchFamily="2" charset="0"/>
              </a:rPr>
              <a:t>Darstellung durch </a:t>
            </a:r>
            <a:r>
              <a:rPr lang="de-DE" dirty="0" err="1">
                <a:solidFill>
                  <a:schemeClr val="tx1"/>
                </a:solidFill>
                <a:latin typeface="Montserrat" panose="00000500000000000000" pitchFamily="2" charset="0"/>
              </a:rPr>
              <a:t>Bounding</a:t>
            </a:r>
            <a:r>
              <a:rPr lang="de-DE" dirty="0">
                <a:solidFill>
                  <a:schemeClr val="tx1"/>
                </a:solidFill>
                <a:latin typeface="Montserrat" panose="00000500000000000000" pitchFamily="2" charset="0"/>
              </a:rPr>
              <a:t> Boxes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●"/>
            </a:pPr>
            <a:r>
              <a:rPr lang="de-DE" dirty="0">
                <a:solidFill>
                  <a:schemeClr val="tx1"/>
                </a:solidFill>
                <a:latin typeface="Montserrat" panose="00000500000000000000" pitchFamily="2" charset="0"/>
              </a:rPr>
              <a:t>Anwendung in Industrie, Verkehr, </a:t>
            </a:r>
            <a:r>
              <a:rPr lang="de-DE" dirty="0" err="1">
                <a:solidFill>
                  <a:schemeClr val="tx1"/>
                </a:solidFill>
                <a:latin typeface="Montserrat" panose="00000500000000000000" pitchFamily="2" charset="0"/>
              </a:rPr>
              <a:t>uvm</a:t>
            </a:r>
            <a:r>
              <a:rPr lang="de-DE" dirty="0">
                <a:solidFill>
                  <a:schemeClr val="tx1"/>
                </a:solidFill>
                <a:latin typeface="Montserrat" panose="00000500000000000000" pitchFamily="2" charset="0"/>
              </a:rPr>
              <a:t>.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F4F180C0-242A-98D6-26F4-F07E376B7BC3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28559" t="27725" r="38780" b="11341"/>
          <a:stretch>
            <a:fillRect/>
          </a:stretch>
        </p:blipFill>
        <p:spPr>
          <a:xfrm>
            <a:off x="1167685" y="1749531"/>
            <a:ext cx="1937276" cy="1937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18275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9" name="Google Shape;1869;p53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Was</a:t>
            </a:r>
            <a:r>
              <a:rPr lang="en" dirty="0"/>
              <a:t> ist ”YOLO”</a:t>
            </a:r>
            <a:endParaRPr dirty="0"/>
          </a:p>
        </p:txBody>
      </p:sp>
      <p:sp>
        <p:nvSpPr>
          <p:cNvPr id="1870" name="Google Shape;1870;p53"/>
          <p:cNvSpPr txBox="1">
            <a:spLocks noGrp="1"/>
          </p:cNvSpPr>
          <p:nvPr>
            <p:ph type="subTitle" idx="1"/>
          </p:nvPr>
        </p:nvSpPr>
        <p:spPr>
          <a:xfrm>
            <a:off x="720000" y="1831821"/>
            <a:ext cx="4466400" cy="238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800" b="1" dirty="0"/>
              <a:t>„</a:t>
            </a:r>
            <a:r>
              <a:rPr lang="de-DE" sz="1800" b="1" dirty="0" err="1"/>
              <a:t>You</a:t>
            </a:r>
            <a:r>
              <a:rPr lang="de-DE" sz="1800" b="1" dirty="0"/>
              <a:t> </a:t>
            </a:r>
            <a:r>
              <a:rPr lang="de-DE" sz="1800" b="1" dirty="0" err="1"/>
              <a:t>Only</a:t>
            </a:r>
            <a:r>
              <a:rPr lang="de-DE" sz="1800" b="1" dirty="0"/>
              <a:t> Look </a:t>
            </a:r>
            <a:r>
              <a:rPr lang="de-DE" sz="1800" b="1" dirty="0" err="1"/>
              <a:t>Once</a:t>
            </a:r>
            <a:r>
              <a:rPr lang="de-DE" sz="1800" b="1" dirty="0"/>
              <a:t>“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de-DE" b="1" dirty="0"/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de-DE" dirty="0"/>
              <a:t>Deep-Learning-Verfahren</a:t>
            </a:r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de-DE" dirty="0"/>
              <a:t>Objekterkennung in Bilder und Videos</a:t>
            </a:r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de-DE" dirty="0"/>
              <a:t>Neuronales Netzwerk lokalisiert und klassifiziert Objekte</a:t>
            </a:r>
            <a:endParaRPr dirty="0"/>
          </a:p>
        </p:txBody>
      </p:sp>
      <p:grpSp>
        <p:nvGrpSpPr>
          <p:cNvPr id="1871" name="Google Shape;1871;p53"/>
          <p:cNvGrpSpPr/>
          <p:nvPr/>
        </p:nvGrpSpPr>
        <p:grpSpPr>
          <a:xfrm>
            <a:off x="1235075" y="4054275"/>
            <a:ext cx="76825" cy="76800"/>
            <a:chOff x="3104875" y="1099400"/>
            <a:chExt cx="76825" cy="76800"/>
          </a:xfrm>
        </p:grpSpPr>
        <p:sp>
          <p:nvSpPr>
            <p:cNvPr id="1872" name="Google Shape;1872;p53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3" name="Google Shape;1873;p53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74" name="Google Shape;1874;p53"/>
          <p:cNvGrpSpPr/>
          <p:nvPr/>
        </p:nvGrpSpPr>
        <p:grpSpPr>
          <a:xfrm>
            <a:off x="1714950" y="845800"/>
            <a:ext cx="76825" cy="76800"/>
            <a:chOff x="3104875" y="1099400"/>
            <a:chExt cx="76825" cy="76800"/>
          </a:xfrm>
        </p:grpSpPr>
        <p:sp>
          <p:nvSpPr>
            <p:cNvPr id="1875" name="Google Shape;1875;p53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6" name="Google Shape;1876;p53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77" name="Google Shape;1877;p53"/>
          <p:cNvGrpSpPr/>
          <p:nvPr/>
        </p:nvGrpSpPr>
        <p:grpSpPr>
          <a:xfrm>
            <a:off x="5376475" y="3066125"/>
            <a:ext cx="76825" cy="76800"/>
            <a:chOff x="3104875" y="1099400"/>
            <a:chExt cx="76825" cy="76800"/>
          </a:xfrm>
        </p:grpSpPr>
        <p:sp>
          <p:nvSpPr>
            <p:cNvPr id="1878" name="Google Shape;1878;p53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9" name="Google Shape;1879;p53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880" name="Google Shape;1880;p53"/>
          <p:cNvPicPr preferRelativeResize="0"/>
          <p:nvPr/>
        </p:nvPicPr>
        <p:blipFill rotWithShape="1">
          <a:blip r:embed="rId3">
            <a:alphaModFix/>
          </a:blip>
          <a:srcRect l="24331" t="5721" r="23342" b="4591"/>
          <a:stretch/>
        </p:blipFill>
        <p:spPr>
          <a:xfrm rot="2268302">
            <a:off x="6219637" y="2590174"/>
            <a:ext cx="1857374" cy="1790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1" name="Google Shape;1881;p53"/>
          <p:cNvPicPr preferRelativeResize="0"/>
          <p:nvPr/>
        </p:nvPicPr>
        <p:blipFill rotWithShape="1">
          <a:blip r:embed="rId4">
            <a:alphaModFix/>
          </a:blip>
          <a:srcRect l="15236" r="10474"/>
          <a:stretch/>
        </p:blipFill>
        <p:spPr>
          <a:xfrm rot="-8866461">
            <a:off x="8118214" y="2606932"/>
            <a:ext cx="1535572" cy="13756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2" name="Google Shape;1882;p53"/>
          <p:cNvPicPr preferRelativeResize="0"/>
          <p:nvPr/>
        </p:nvPicPr>
        <p:blipFill rotWithShape="1">
          <a:blip r:embed="rId5">
            <a:alphaModFix/>
          </a:blip>
          <a:srcRect l="22009" r="18455"/>
          <a:stretch/>
        </p:blipFill>
        <p:spPr>
          <a:xfrm rot="1203246">
            <a:off x="7295204" y="-301639"/>
            <a:ext cx="1115441" cy="10539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3" name="Google Shape;1883;p53"/>
          <p:cNvPicPr preferRelativeResize="0"/>
          <p:nvPr/>
        </p:nvPicPr>
        <p:blipFill rotWithShape="1">
          <a:blip r:embed="rId6">
            <a:alphaModFix/>
          </a:blip>
          <a:srcRect l="18647" t="7960" r="8852" b="8336"/>
          <a:stretch/>
        </p:blipFill>
        <p:spPr>
          <a:xfrm rot="-1406513">
            <a:off x="5138385" y="3649387"/>
            <a:ext cx="1175233" cy="7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4" name="Google Shape;1884;p53"/>
          <p:cNvPicPr preferRelativeResize="0"/>
          <p:nvPr/>
        </p:nvPicPr>
        <p:blipFill rotWithShape="1">
          <a:blip r:embed="rId7">
            <a:alphaModFix/>
          </a:blip>
          <a:srcRect l="25537" t="7152" r="23467" b="5838"/>
          <a:stretch/>
        </p:blipFill>
        <p:spPr>
          <a:xfrm>
            <a:off x="7951823" y="-371878"/>
            <a:ext cx="1671077" cy="16038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AutoShape 2" descr="Ultralytics YOLO26">
            <a:extLst>
              <a:ext uri="{FF2B5EF4-FFF2-40B4-BE49-F238E27FC236}">
                <a16:creationId xmlns:a16="http://schemas.microsoft.com/office/drawing/2014/main" id="{1F6628C7-CF9F-D56B-CAB6-3C608F679CF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20E10DFC-95BC-C2CC-234F-F5ED26FE48C4}"/>
              </a:ext>
            </a:extLst>
          </p:cNvPr>
          <p:cNvSpPr txBox="1"/>
          <p:nvPr/>
        </p:nvSpPr>
        <p:spPr>
          <a:xfrm>
            <a:off x="2331417" y="2534811"/>
            <a:ext cx="466283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de-DE" dirty="0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76165D15-31AB-04DD-0773-495D9163BAB5}"/>
              </a:ext>
            </a:extLst>
          </p:cNvPr>
          <p:cNvSpPr txBox="1"/>
          <p:nvPr/>
        </p:nvSpPr>
        <p:spPr>
          <a:xfrm>
            <a:off x="2331417" y="2534811"/>
            <a:ext cx="466283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de-DE" dirty="0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E4DFC01B-9973-3EAF-B4BB-F1C3609F1943}"/>
              </a:ext>
            </a:extLst>
          </p:cNvPr>
          <p:cNvSpPr txBox="1"/>
          <p:nvPr/>
        </p:nvSpPr>
        <p:spPr>
          <a:xfrm>
            <a:off x="2331417" y="2534811"/>
            <a:ext cx="466283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de-DE" dirty="0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A5CFE1B4-5AA3-0642-D1BC-2F7B057615C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68593" y="1722818"/>
            <a:ext cx="2797436" cy="7515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2">
          <a:extLst>
            <a:ext uri="{FF2B5EF4-FFF2-40B4-BE49-F238E27FC236}">
              <a16:creationId xmlns:a16="http://schemas.microsoft.com/office/drawing/2014/main" id="{D3D29EF2-3748-A4B2-C1F6-E18C6A2811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3" name="Google Shape;1383;p40">
            <a:extLst>
              <a:ext uri="{FF2B5EF4-FFF2-40B4-BE49-F238E27FC236}">
                <a16:creationId xmlns:a16="http://schemas.microsoft.com/office/drawing/2014/main" id="{BCC5AA5D-6869-AF17-11AA-CD6644DA341A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720000" y="1496250"/>
            <a:ext cx="13818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pic>
        <p:nvPicPr>
          <p:cNvPr id="1385" name="Google Shape;1385;p40">
            <a:extLst>
              <a:ext uri="{FF2B5EF4-FFF2-40B4-BE49-F238E27FC236}">
                <a16:creationId xmlns:a16="http://schemas.microsoft.com/office/drawing/2014/main" id="{702583A1-BF2A-3F68-785D-A82ADAC808B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24331" t="5721" r="23342" b="4591"/>
          <a:stretch/>
        </p:blipFill>
        <p:spPr>
          <a:xfrm rot="2268302">
            <a:off x="7040137" y="2719387"/>
            <a:ext cx="1857374" cy="1790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6" name="Google Shape;1386;p40">
            <a:extLst>
              <a:ext uri="{FF2B5EF4-FFF2-40B4-BE49-F238E27FC236}">
                <a16:creationId xmlns:a16="http://schemas.microsoft.com/office/drawing/2014/main" id="{AA3E83D1-F956-2F2C-698A-1EDB16A0138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18647" t="7960" r="8852" b="8336"/>
          <a:stretch/>
        </p:blipFill>
        <p:spPr>
          <a:xfrm rot="-1406513">
            <a:off x="6447085" y="3651950"/>
            <a:ext cx="1175233" cy="7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7" name="Google Shape;1387;p40">
            <a:extLst>
              <a:ext uri="{FF2B5EF4-FFF2-40B4-BE49-F238E27FC236}">
                <a16:creationId xmlns:a16="http://schemas.microsoft.com/office/drawing/2014/main" id="{EA0722A1-66D2-D609-CED1-7BD4F4376797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l="25537" t="7152" r="23467" b="5838"/>
          <a:stretch/>
        </p:blipFill>
        <p:spPr>
          <a:xfrm>
            <a:off x="6035249" y="251825"/>
            <a:ext cx="1920000" cy="1842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8" name="Google Shape;1388;p40">
            <a:extLst>
              <a:ext uri="{FF2B5EF4-FFF2-40B4-BE49-F238E27FC236}">
                <a16:creationId xmlns:a16="http://schemas.microsoft.com/office/drawing/2014/main" id="{1CDD7459-C764-6EAE-C3DF-52062DC5C452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 l="15236" r="10474"/>
          <a:stretch/>
        </p:blipFill>
        <p:spPr>
          <a:xfrm rot="1220421">
            <a:off x="4940349" y="553959"/>
            <a:ext cx="1552575" cy="1390851"/>
          </a:xfrm>
          <a:prstGeom prst="rect">
            <a:avLst/>
          </a:prstGeom>
          <a:noFill/>
          <a:ln>
            <a:noFill/>
          </a:ln>
        </p:spPr>
      </p:pic>
      <p:sp>
        <p:nvSpPr>
          <p:cNvPr id="1389" name="Google Shape;1389;p40">
            <a:extLst>
              <a:ext uri="{FF2B5EF4-FFF2-40B4-BE49-F238E27FC236}">
                <a16:creationId xmlns:a16="http://schemas.microsoft.com/office/drawing/2014/main" id="{302D4A1A-1B95-6C76-EC73-0CAFB326720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2384238"/>
            <a:ext cx="74998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de-DE" dirty="0"/>
              <a:t>Methodisches Vorgehen</a:t>
            </a:r>
            <a:endParaRPr dirty="0"/>
          </a:p>
        </p:txBody>
      </p:sp>
      <p:grpSp>
        <p:nvGrpSpPr>
          <p:cNvPr id="1390" name="Google Shape;1390;p40">
            <a:extLst>
              <a:ext uri="{FF2B5EF4-FFF2-40B4-BE49-F238E27FC236}">
                <a16:creationId xmlns:a16="http://schemas.microsoft.com/office/drawing/2014/main" id="{52899B24-6390-F4E0-9F24-03EAAF1ECF93}"/>
              </a:ext>
            </a:extLst>
          </p:cNvPr>
          <p:cNvGrpSpPr/>
          <p:nvPr/>
        </p:nvGrpSpPr>
        <p:grpSpPr>
          <a:xfrm>
            <a:off x="8219800" y="2094550"/>
            <a:ext cx="76825" cy="76800"/>
            <a:chOff x="3104875" y="1099400"/>
            <a:chExt cx="76825" cy="76800"/>
          </a:xfrm>
        </p:grpSpPr>
        <p:sp>
          <p:nvSpPr>
            <p:cNvPr id="1391" name="Google Shape;1391;p40">
              <a:extLst>
                <a:ext uri="{FF2B5EF4-FFF2-40B4-BE49-F238E27FC236}">
                  <a16:creationId xmlns:a16="http://schemas.microsoft.com/office/drawing/2014/main" id="{872C6F5A-BFC6-0636-59ED-8969E0D5B1A8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Google Shape;1392;p40">
              <a:extLst>
                <a:ext uri="{FF2B5EF4-FFF2-40B4-BE49-F238E27FC236}">
                  <a16:creationId xmlns:a16="http://schemas.microsoft.com/office/drawing/2014/main" id="{47FF46B8-F42C-BCE6-7ED8-D78AB3E83EBF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93" name="Google Shape;1393;p40">
            <a:extLst>
              <a:ext uri="{FF2B5EF4-FFF2-40B4-BE49-F238E27FC236}">
                <a16:creationId xmlns:a16="http://schemas.microsoft.com/office/drawing/2014/main" id="{D5729805-B42F-961F-A61E-60BC01277DF0}"/>
              </a:ext>
            </a:extLst>
          </p:cNvPr>
          <p:cNvGrpSpPr/>
          <p:nvPr/>
        </p:nvGrpSpPr>
        <p:grpSpPr>
          <a:xfrm rot="1891135">
            <a:off x="4266962" y="4210993"/>
            <a:ext cx="76828" cy="76803"/>
            <a:chOff x="3104875" y="1099400"/>
            <a:chExt cx="76825" cy="76800"/>
          </a:xfrm>
        </p:grpSpPr>
        <p:sp>
          <p:nvSpPr>
            <p:cNvPr id="1394" name="Google Shape;1394;p40">
              <a:extLst>
                <a:ext uri="{FF2B5EF4-FFF2-40B4-BE49-F238E27FC236}">
                  <a16:creationId xmlns:a16="http://schemas.microsoft.com/office/drawing/2014/main" id="{F1E180FE-F555-679A-7367-C8E6CFC5882F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Google Shape;1395;p40">
              <a:extLst>
                <a:ext uri="{FF2B5EF4-FFF2-40B4-BE49-F238E27FC236}">
                  <a16:creationId xmlns:a16="http://schemas.microsoft.com/office/drawing/2014/main" id="{13AF9FC3-50F8-7076-E94E-FD52DADB15B4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96" name="Google Shape;1396;p40">
            <a:extLst>
              <a:ext uri="{FF2B5EF4-FFF2-40B4-BE49-F238E27FC236}">
                <a16:creationId xmlns:a16="http://schemas.microsoft.com/office/drawing/2014/main" id="{EB410B76-D292-68D3-0C07-831F3D60A593}"/>
              </a:ext>
            </a:extLst>
          </p:cNvPr>
          <p:cNvGrpSpPr/>
          <p:nvPr/>
        </p:nvGrpSpPr>
        <p:grpSpPr>
          <a:xfrm>
            <a:off x="2400025" y="1210988"/>
            <a:ext cx="76825" cy="76800"/>
            <a:chOff x="3104875" y="1099400"/>
            <a:chExt cx="76825" cy="76800"/>
          </a:xfrm>
        </p:grpSpPr>
        <p:sp>
          <p:nvSpPr>
            <p:cNvPr id="1397" name="Google Shape;1397;p40">
              <a:extLst>
                <a:ext uri="{FF2B5EF4-FFF2-40B4-BE49-F238E27FC236}">
                  <a16:creationId xmlns:a16="http://schemas.microsoft.com/office/drawing/2014/main" id="{FB37B428-91EF-C962-7142-C79837591687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Google Shape;1398;p40">
              <a:extLst>
                <a:ext uri="{FF2B5EF4-FFF2-40B4-BE49-F238E27FC236}">
                  <a16:creationId xmlns:a16="http://schemas.microsoft.com/office/drawing/2014/main" id="{B746C7A9-3904-4C0C-2808-B0B6CEBBC2BD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399" name="Google Shape;1399;p40">
            <a:extLst>
              <a:ext uri="{FF2B5EF4-FFF2-40B4-BE49-F238E27FC236}">
                <a16:creationId xmlns:a16="http://schemas.microsoft.com/office/drawing/2014/main" id="{B87C62C7-2322-08C4-58DE-B7914C14AB38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 l="22009" r="18455"/>
          <a:stretch/>
        </p:blipFill>
        <p:spPr>
          <a:xfrm rot="1203247">
            <a:off x="1616204" y="3965720"/>
            <a:ext cx="903665" cy="85381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feld 3">
            <a:extLst>
              <a:ext uri="{FF2B5EF4-FFF2-40B4-BE49-F238E27FC236}">
                <a16:creationId xmlns:a16="http://schemas.microsoft.com/office/drawing/2014/main" id="{66F94364-1DA8-8B33-6B67-20A6564FA4C0}"/>
              </a:ext>
            </a:extLst>
          </p:cNvPr>
          <p:cNvSpPr txBox="1"/>
          <p:nvPr/>
        </p:nvSpPr>
        <p:spPr>
          <a:xfrm>
            <a:off x="720000" y="3266264"/>
            <a:ext cx="61812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tx1"/>
                </a:solidFill>
                <a:latin typeface="Montserrat" panose="00000500000000000000" pitchFamily="2" charset="0"/>
              </a:rPr>
              <a:t>Erläuterung von Aufbau, Training und Funktionsweise des Systems</a:t>
            </a:r>
          </a:p>
        </p:txBody>
      </p:sp>
    </p:spTree>
    <p:extLst>
      <p:ext uri="{BB962C8B-B14F-4D97-AF65-F5344CB8AC3E}">
        <p14:creationId xmlns:p14="http://schemas.microsoft.com/office/powerpoint/2010/main" val="31184072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feld 2">
            <a:extLst>
              <a:ext uri="{FF2B5EF4-FFF2-40B4-BE49-F238E27FC236}">
                <a16:creationId xmlns:a16="http://schemas.microsoft.com/office/drawing/2014/main" id="{8CB0AB16-2F3A-F1B2-7B3F-B1B6ED883B41}"/>
              </a:ext>
            </a:extLst>
          </p:cNvPr>
          <p:cNvSpPr txBox="1"/>
          <p:nvPr/>
        </p:nvSpPr>
        <p:spPr>
          <a:xfrm>
            <a:off x="3710854" y="1574297"/>
            <a:ext cx="4966855" cy="19949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●"/>
            </a:pPr>
            <a:r>
              <a:rPr lang="de-DE" dirty="0">
                <a:solidFill>
                  <a:schemeClr val="accent6"/>
                </a:solidFill>
                <a:latin typeface="Montserrat" panose="00000500000000000000" pitchFamily="2" charset="0"/>
              </a:rPr>
              <a:t>Schnittstellen zu Kameras / Hardware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●"/>
            </a:pPr>
            <a:r>
              <a:rPr lang="de-DE" dirty="0">
                <a:solidFill>
                  <a:schemeClr val="accent6"/>
                </a:solidFill>
                <a:latin typeface="Montserrat" panose="00000500000000000000" pitchFamily="2" charset="0"/>
              </a:rPr>
              <a:t>Programmiersprache: </a:t>
            </a:r>
            <a:r>
              <a:rPr lang="de-DE" dirty="0" err="1">
                <a:solidFill>
                  <a:schemeClr val="accent6"/>
                </a:solidFill>
                <a:latin typeface="Montserrat" panose="00000500000000000000" pitchFamily="2" charset="0"/>
              </a:rPr>
              <a:t>Phython</a:t>
            </a:r>
            <a:r>
              <a:rPr lang="de-DE" dirty="0">
                <a:solidFill>
                  <a:schemeClr val="accent6"/>
                </a:solidFill>
                <a:latin typeface="Montserrat" panose="00000500000000000000" pitchFamily="2" charset="0"/>
              </a:rPr>
              <a:t>, </a:t>
            </a:r>
            <a:r>
              <a:rPr lang="de-DE" dirty="0" err="1">
                <a:solidFill>
                  <a:schemeClr val="accent6"/>
                </a:solidFill>
                <a:latin typeface="Montserrat" panose="00000500000000000000" pitchFamily="2" charset="0"/>
              </a:rPr>
              <a:t>OpenCV</a:t>
            </a:r>
            <a:r>
              <a:rPr lang="de-DE" dirty="0">
                <a:solidFill>
                  <a:schemeClr val="accent6"/>
                </a:solidFill>
                <a:latin typeface="Montserrat" panose="00000500000000000000" pitchFamily="2" charset="0"/>
              </a:rPr>
              <a:t>, </a:t>
            </a:r>
            <a:r>
              <a:rPr lang="de-DE" dirty="0" err="1">
                <a:solidFill>
                  <a:schemeClr val="accent6"/>
                </a:solidFill>
                <a:latin typeface="Montserrat" panose="00000500000000000000" pitchFamily="2" charset="0"/>
              </a:rPr>
              <a:t>PyTorch</a:t>
            </a:r>
            <a:endParaRPr lang="de-DE" dirty="0">
              <a:solidFill>
                <a:schemeClr val="accent6"/>
              </a:solidFill>
              <a:latin typeface="Montserrat" panose="00000500000000000000" pitchFamily="2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●"/>
            </a:pPr>
            <a:r>
              <a:rPr lang="de-DE" dirty="0">
                <a:solidFill>
                  <a:schemeClr val="accent6"/>
                </a:solidFill>
                <a:latin typeface="Montserrat" panose="00000500000000000000" pitchFamily="2" charset="0"/>
              </a:rPr>
              <a:t>Benutzeroberfläche / Visualisierung der Ergebnisse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●"/>
            </a:pPr>
            <a:r>
              <a:rPr lang="de-DE" dirty="0">
                <a:solidFill>
                  <a:schemeClr val="accent6"/>
                </a:solidFill>
                <a:latin typeface="Montserrat" panose="00000500000000000000" pitchFamily="2" charset="0"/>
              </a:rPr>
              <a:t>Automatisierte Klassifizierung von Fehlerarten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●"/>
            </a:pPr>
            <a:endParaRPr lang="de-DE" dirty="0">
              <a:solidFill>
                <a:schemeClr val="accent6"/>
              </a:solidFill>
              <a:latin typeface="Montserrat" panose="00000500000000000000" pitchFamily="2" charset="0"/>
            </a:endParaRPr>
          </a:p>
        </p:txBody>
      </p:sp>
      <p:pic>
        <p:nvPicPr>
          <p:cNvPr id="1424" name="Google Shape;1424;p42"/>
          <p:cNvPicPr preferRelativeResize="0"/>
          <p:nvPr/>
        </p:nvPicPr>
        <p:blipFill rotWithShape="1">
          <a:blip r:embed="rId3">
            <a:alphaModFix/>
          </a:blip>
          <a:srcRect l="25537" t="7152" r="23467" b="5838"/>
          <a:stretch/>
        </p:blipFill>
        <p:spPr>
          <a:xfrm>
            <a:off x="1353599" y="1585225"/>
            <a:ext cx="1920000" cy="1842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5" name="Google Shape;1425;p42"/>
          <p:cNvPicPr preferRelativeResize="0"/>
          <p:nvPr/>
        </p:nvPicPr>
        <p:blipFill rotWithShape="1">
          <a:blip r:embed="rId4">
            <a:alphaModFix/>
          </a:blip>
          <a:srcRect l="15236" r="10474"/>
          <a:stretch/>
        </p:blipFill>
        <p:spPr>
          <a:xfrm rot="-1358193">
            <a:off x="674149" y="1062985"/>
            <a:ext cx="1552576" cy="139085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26" name="Google Shape;1426;p42"/>
          <p:cNvGrpSpPr/>
          <p:nvPr/>
        </p:nvGrpSpPr>
        <p:grpSpPr>
          <a:xfrm>
            <a:off x="8677709" y="1667106"/>
            <a:ext cx="76825" cy="76800"/>
            <a:chOff x="3104875" y="1099400"/>
            <a:chExt cx="76825" cy="76800"/>
          </a:xfrm>
        </p:grpSpPr>
        <p:sp>
          <p:nvSpPr>
            <p:cNvPr id="1427" name="Google Shape;1427;p42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" name="Google Shape;1428;p42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29" name="Google Shape;1429;p42"/>
          <p:cNvGrpSpPr/>
          <p:nvPr/>
        </p:nvGrpSpPr>
        <p:grpSpPr>
          <a:xfrm>
            <a:off x="2830475" y="905613"/>
            <a:ext cx="76825" cy="76800"/>
            <a:chOff x="3104875" y="1099400"/>
            <a:chExt cx="76825" cy="76800"/>
          </a:xfrm>
        </p:grpSpPr>
        <p:sp>
          <p:nvSpPr>
            <p:cNvPr id="1430" name="Google Shape;1430;p42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" name="Google Shape;1431;p42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432" name="Google Shape;1432;p42"/>
          <p:cNvPicPr preferRelativeResize="0"/>
          <p:nvPr/>
        </p:nvPicPr>
        <p:blipFill rotWithShape="1">
          <a:blip r:embed="rId5">
            <a:alphaModFix/>
          </a:blip>
          <a:srcRect l="22009" r="18455"/>
          <a:stretch/>
        </p:blipFill>
        <p:spPr>
          <a:xfrm rot="1203247">
            <a:off x="2250929" y="3556995"/>
            <a:ext cx="903665" cy="85381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33" name="Google Shape;1433;p42"/>
          <p:cNvGrpSpPr/>
          <p:nvPr/>
        </p:nvGrpSpPr>
        <p:grpSpPr>
          <a:xfrm>
            <a:off x="1038925" y="3057463"/>
            <a:ext cx="76825" cy="76800"/>
            <a:chOff x="3104875" y="1099400"/>
            <a:chExt cx="76825" cy="76800"/>
          </a:xfrm>
        </p:grpSpPr>
        <p:sp>
          <p:nvSpPr>
            <p:cNvPr id="1434" name="Google Shape;1434;p42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" name="Google Shape;1435;p42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36" name="Google Shape;1436;p42"/>
          <p:cNvGrpSpPr/>
          <p:nvPr/>
        </p:nvGrpSpPr>
        <p:grpSpPr>
          <a:xfrm>
            <a:off x="7587300" y="4276238"/>
            <a:ext cx="76825" cy="76800"/>
            <a:chOff x="3104875" y="1099400"/>
            <a:chExt cx="76825" cy="76800"/>
          </a:xfrm>
        </p:grpSpPr>
        <p:sp>
          <p:nvSpPr>
            <p:cNvPr id="1437" name="Google Shape;1437;p42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8" name="Google Shape;1438;p42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Textfeld 1">
            <a:extLst>
              <a:ext uri="{FF2B5EF4-FFF2-40B4-BE49-F238E27FC236}">
                <a16:creationId xmlns:a16="http://schemas.microsoft.com/office/drawing/2014/main" id="{760C905B-C215-83B8-D892-03E8B653137C}"/>
              </a:ext>
            </a:extLst>
          </p:cNvPr>
          <p:cNvSpPr txBox="1"/>
          <p:nvPr/>
        </p:nvSpPr>
        <p:spPr>
          <a:xfrm>
            <a:off x="687686" y="353775"/>
            <a:ext cx="476527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200" b="1" dirty="0">
                <a:solidFill>
                  <a:schemeClr val="accent6"/>
                </a:solidFill>
                <a:latin typeface="Montserrat" panose="00000500000000000000" pitchFamily="2" charset="0"/>
              </a:rPr>
              <a:t>Software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21" name="Google Shape;1621;p47"/>
          <p:cNvGrpSpPr/>
          <p:nvPr/>
        </p:nvGrpSpPr>
        <p:grpSpPr>
          <a:xfrm>
            <a:off x="617649" y="2100029"/>
            <a:ext cx="76825" cy="76800"/>
            <a:chOff x="3104875" y="1099400"/>
            <a:chExt cx="76825" cy="76800"/>
          </a:xfrm>
        </p:grpSpPr>
        <p:sp>
          <p:nvSpPr>
            <p:cNvPr id="1622" name="Google Shape;1622;p47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23" name="Google Shape;1623;p47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24" name="Google Shape;1624;p47"/>
          <p:cNvGrpSpPr/>
          <p:nvPr/>
        </p:nvGrpSpPr>
        <p:grpSpPr>
          <a:xfrm>
            <a:off x="6199150" y="861750"/>
            <a:ext cx="76825" cy="76800"/>
            <a:chOff x="3104875" y="1099400"/>
            <a:chExt cx="76825" cy="76800"/>
          </a:xfrm>
        </p:grpSpPr>
        <p:sp>
          <p:nvSpPr>
            <p:cNvPr id="1625" name="Google Shape;1625;p47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6" name="Google Shape;1626;p47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27" name="Google Shape;1627;p47"/>
          <p:cNvGrpSpPr/>
          <p:nvPr/>
        </p:nvGrpSpPr>
        <p:grpSpPr>
          <a:xfrm>
            <a:off x="7823013" y="3685825"/>
            <a:ext cx="76825" cy="76800"/>
            <a:chOff x="3104875" y="1099400"/>
            <a:chExt cx="76825" cy="76800"/>
          </a:xfrm>
        </p:grpSpPr>
        <p:sp>
          <p:nvSpPr>
            <p:cNvPr id="1628" name="Google Shape;1628;p47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9" name="Google Shape;1629;p47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630" name="Google Shape;1630;p47"/>
          <p:cNvPicPr preferRelativeResize="0"/>
          <p:nvPr/>
        </p:nvPicPr>
        <p:blipFill rotWithShape="1">
          <a:blip r:embed="rId3">
            <a:alphaModFix/>
          </a:blip>
          <a:srcRect l="24331" t="5721" r="23342" b="4591"/>
          <a:stretch/>
        </p:blipFill>
        <p:spPr>
          <a:xfrm rot="2268302">
            <a:off x="6932737" y="4799"/>
            <a:ext cx="1857374" cy="1790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1" name="Google Shape;1631;p47"/>
          <p:cNvPicPr preferRelativeResize="0"/>
          <p:nvPr/>
        </p:nvPicPr>
        <p:blipFill rotWithShape="1">
          <a:blip r:embed="rId4">
            <a:alphaModFix/>
          </a:blip>
          <a:srcRect l="15236" r="10474"/>
          <a:stretch/>
        </p:blipFill>
        <p:spPr>
          <a:xfrm rot="-6939186">
            <a:off x="6623786" y="554667"/>
            <a:ext cx="1320683" cy="11831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2" name="Google Shape;1632;p47"/>
          <p:cNvPicPr preferRelativeResize="0"/>
          <p:nvPr/>
        </p:nvPicPr>
        <p:blipFill rotWithShape="1">
          <a:blip r:embed="rId5">
            <a:alphaModFix/>
          </a:blip>
          <a:srcRect l="22009" r="18455"/>
          <a:stretch/>
        </p:blipFill>
        <p:spPr>
          <a:xfrm rot="1203247">
            <a:off x="204230" y="4160637"/>
            <a:ext cx="903665" cy="8538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3" name="Google Shape;1633;p47"/>
          <p:cNvPicPr preferRelativeResize="0"/>
          <p:nvPr/>
        </p:nvPicPr>
        <p:blipFill rotWithShape="1">
          <a:blip r:embed="rId6">
            <a:alphaModFix/>
          </a:blip>
          <a:srcRect l="18647" t="7960" r="8852" b="8336"/>
          <a:stretch/>
        </p:blipFill>
        <p:spPr>
          <a:xfrm rot="-1406513">
            <a:off x="6056860" y="3472212"/>
            <a:ext cx="1175233" cy="763227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Textfeld 25">
            <a:extLst>
              <a:ext uri="{FF2B5EF4-FFF2-40B4-BE49-F238E27FC236}">
                <a16:creationId xmlns:a16="http://schemas.microsoft.com/office/drawing/2014/main" id="{84C1360A-C59F-C523-608E-3EC71EB7F728}"/>
              </a:ext>
            </a:extLst>
          </p:cNvPr>
          <p:cNvSpPr txBox="1"/>
          <p:nvPr/>
        </p:nvSpPr>
        <p:spPr>
          <a:xfrm>
            <a:off x="656062" y="353775"/>
            <a:ext cx="476527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200" b="1" dirty="0">
                <a:solidFill>
                  <a:schemeClr val="accent6"/>
                </a:solidFill>
                <a:latin typeface="Montserrat" panose="00000500000000000000" pitchFamily="2" charset="0"/>
              </a:rPr>
              <a:t>Training des Modells</a:t>
            </a:r>
          </a:p>
        </p:txBody>
      </p:sp>
      <p:pic>
        <p:nvPicPr>
          <p:cNvPr id="28" name="Grafik 27">
            <a:extLst>
              <a:ext uri="{FF2B5EF4-FFF2-40B4-BE49-F238E27FC236}">
                <a16:creationId xmlns:a16="http://schemas.microsoft.com/office/drawing/2014/main" id="{E0664B54-48D3-D48F-1813-5C08F302166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81458" y="1368095"/>
            <a:ext cx="4765280" cy="2559040"/>
          </a:xfrm>
          <a:prstGeom prst="rect">
            <a:avLst/>
          </a:prstGeom>
        </p:spPr>
      </p:pic>
      <p:sp>
        <p:nvSpPr>
          <p:cNvPr id="29" name="Textfeld 28">
            <a:extLst>
              <a:ext uri="{FF2B5EF4-FFF2-40B4-BE49-F238E27FC236}">
                <a16:creationId xmlns:a16="http://schemas.microsoft.com/office/drawing/2014/main" id="{6B59EAB9-6019-6750-CE82-23A57FE2583E}"/>
              </a:ext>
            </a:extLst>
          </p:cNvPr>
          <p:cNvSpPr txBox="1"/>
          <p:nvPr/>
        </p:nvSpPr>
        <p:spPr>
          <a:xfrm>
            <a:off x="694474" y="1368095"/>
            <a:ext cx="3009900" cy="2960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●"/>
            </a:pPr>
            <a:r>
              <a:rPr lang="de-DE" dirty="0">
                <a:solidFill>
                  <a:schemeClr val="accent6"/>
                </a:solidFill>
              </a:rPr>
              <a:t>„</a:t>
            </a:r>
            <a:r>
              <a:rPr lang="de-DE" dirty="0" err="1">
                <a:solidFill>
                  <a:schemeClr val="accent6"/>
                </a:solidFill>
              </a:rPr>
              <a:t>Labellmg</a:t>
            </a:r>
            <a:r>
              <a:rPr lang="de-DE" dirty="0">
                <a:solidFill>
                  <a:schemeClr val="accent6"/>
                </a:solidFill>
              </a:rPr>
              <a:t>“ zur </a:t>
            </a:r>
            <a:r>
              <a:rPr lang="de-DE" dirty="0" err="1">
                <a:solidFill>
                  <a:schemeClr val="accent6"/>
                </a:solidFill>
              </a:rPr>
              <a:t>Annotierung</a:t>
            </a:r>
            <a:endParaRPr lang="de-DE" dirty="0">
              <a:solidFill>
                <a:schemeClr val="accent6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●"/>
            </a:pPr>
            <a:r>
              <a:rPr lang="de-DE" dirty="0">
                <a:solidFill>
                  <a:schemeClr val="accent6"/>
                </a:solidFill>
              </a:rPr>
              <a:t>Box um Fehler ziehen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●"/>
            </a:pPr>
            <a:r>
              <a:rPr lang="de-DE" dirty="0">
                <a:solidFill>
                  <a:schemeClr val="accent6"/>
                </a:solidFill>
              </a:rPr>
              <a:t>Datenbank/</a:t>
            </a:r>
            <a:br>
              <a:rPr lang="de-DE" dirty="0">
                <a:solidFill>
                  <a:schemeClr val="accent6"/>
                </a:solidFill>
              </a:rPr>
            </a:br>
            <a:r>
              <a:rPr lang="de-DE" dirty="0">
                <a:solidFill>
                  <a:schemeClr val="accent6"/>
                </a:solidFill>
              </a:rPr>
              <a:t>├── </a:t>
            </a:r>
            <a:r>
              <a:rPr lang="de-DE" dirty="0" err="1">
                <a:solidFill>
                  <a:schemeClr val="accent6"/>
                </a:solidFill>
              </a:rPr>
              <a:t>images</a:t>
            </a:r>
            <a:r>
              <a:rPr lang="de-DE" dirty="0">
                <a:solidFill>
                  <a:schemeClr val="accent6"/>
                </a:solidFill>
              </a:rPr>
              <a:t>/</a:t>
            </a:r>
            <a:br>
              <a:rPr lang="de-DE" dirty="0">
                <a:solidFill>
                  <a:schemeClr val="accent6"/>
                </a:solidFill>
              </a:rPr>
            </a:br>
            <a:r>
              <a:rPr lang="de-DE" dirty="0">
                <a:solidFill>
                  <a:schemeClr val="accent6"/>
                </a:solidFill>
              </a:rPr>
              <a:t>│ 	├── </a:t>
            </a:r>
            <a:r>
              <a:rPr lang="de-DE" dirty="0" err="1">
                <a:solidFill>
                  <a:schemeClr val="accent6"/>
                </a:solidFill>
              </a:rPr>
              <a:t>train</a:t>
            </a:r>
            <a:r>
              <a:rPr lang="de-DE" dirty="0">
                <a:solidFill>
                  <a:schemeClr val="accent6"/>
                </a:solidFill>
              </a:rPr>
              <a:t>/ (70%)</a:t>
            </a:r>
            <a:br>
              <a:rPr lang="de-DE" dirty="0">
                <a:solidFill>
                  <a:schemeClr val="accent6"/>
                </a:solidFill>
              </a:rPr>
            </a:br>
            <a:r>
              <a:rPr lang="de-DE" dirty="0">
                <a:solidFill>
                  <a:schemeClr val="accent6"/>
                </a:solidFill>
              </a:rPr>
              <a:t>│	└── </a:t>
            </a:r>
            <a:r>
              <a:rPr lang="de-DE" dirty="0" err="1">
                <a:solidFill>
                  <a:schemeClr val="accent6"/>
                </a:solidFill>
              </a:rPr>
              <a:t>val</a:t>
            </a:r>
            <a:r>
              <a:rPr lang="de-DE" dirty="0">
                <a:solidFill>
                  <a:schemeClr val="accent6"/>
                </a:solidFill>
              </a:rPr>
              <a:t>/ (30%)</a:t>
            </a:r>
            <a:br>
              <a:rPr lang="de-DE" dirty="0">
                <a:solidFill>
                  <a:schemeClr val="accent6"/>
                </a:solidFill>
              </a:rPr>
            </a:br>
            <a:r>
              <a:rPr lang="de-DE" dirty="0">
                <a:solidFill>
                  <a:schemeClr val="accent6"/>
                </a:solidFill>
              </a:rPr>
              <a:t>└── </a:t>
            </a:r>
            <a:r>
              <a:rPr lang="de-DE" dirty="0" err="1">
                <a:solidFill>
                  <a:schemeClr val="accent6"/>
                </a:solidFill>
              </a:rPr>
              <a:t>labels</a:t>
            </a:r>
            <a:r>
              <a:rPr lang="de-DE" dirty="0">
                <a:solidFill>
                  <a:schemeClr val="accent6"/>
                </a:solidFill>
              </a:rPr>
              <a:t>/</a:t>
            </a:r>
            <a:br>
              <a:rPr lang="de-DE" dirty="0">
                <a:solidFill>
                  <a:schemeClr val="accent6"/>
                </a:solidFill>
              </a:rPr>
            </a:br>
            <a:r>
              <a:rPr lang="de-DE" dirty="0">
                <a:solidFill>
                  <a:schemeClr val="accent6"/>
                </a:solidFill>
              </a:rPr>
              <a:t>	├── </a:t>
            </a:r>
            <a:r>
              <a:rPr lang="de-DE" dirty="0" err="1">
                <a:solidFill>
                  <a:schemeClr val="accent6"/>
                </a:solidFill>
              </a:rPr>
              <a:t>train</a:t>
            </a:r>
            <a:r>
              <a:rPr lang="de-DE" dirty="0">
                <a:solidFill>
                  <a:schemeClr val="accent6"/>
                </a:solidFill>
              </a:rPr>
              <a:t>/ (70%)</a:t>
            </a:r>
            <a:br>
              <a:rPr lang="de-DE" dirty="0">
                <a:solidFill>
                  <a:schemeClr val="accent6"/>
                </a:solidFill>
              </a:rPr>
            </a:br>
            <a:r>
              <a:rPr lang="de-DE" dirty="0">
                <a:solidFill>
                  <a:schemeClr val="accent6"/>
                </a:solidFill>
              </a:rPr>
              <a:t>	└── </a:t>
            </a:r>
            <a:r>
              <a:rPr lang="de-DE" dirty="0" err="1">
                <a:solidFill>
                  <a:schemeClr val="accent6"/>
                </a:solidFill>
              </a:rPr>
              <a:t>val</a:t>
            </a:r>
            <a:r>
              <a:rPr lang="de-DE" dirty="0">
                <a:solidFill>
                  <a:schemeClr val="accent6"/>
                </a:solidFill>
              </a:rPr>
              <a:t>/ (30%)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>
            <a:extLst>
              <a:ext uri="{FF2B5EF4-FFF2-40B4-BE49-F238E27FC236}">
                <a16:creationId xmlns:a16="http://schemas.microsoft.com/office/drawing/2014/main" id="{B7575A85-527E-50D2-B282-D0B5FF9A9C9B}"/>
              </a:ext>
            </a:extLst>
          </p:cNvPr>
          <p:cNvSpPr txBox="1"/>
          <p:nvPr/>
        </p:nvSpPr>
        <p:spPr>
          <a:xfrm>
            <a:off x="5098473" y="348095"/>
            <a:ext cx="3664527" cy="13485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●"/>
            </a:pPr>
            <a:r>
              <a:rPr lang="de-DE" dirty="0">
                <a:solidFill>
                  <a:schemeClr val="accent6"/>
                </a:solidFill>
                <a:latin typeface="Montserrat" panose="00000500000000000000" pitchFamily="2" charset="0"/>
              </a:rPr>
              <a:t>Automatische Verteilung von rund 2.000 Bild- und Textdateien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●"/>
            </a:pPr>
            <a:r>
              <a:rPr lang="de-DE" dirty="0">
                <a:solidFill>
                  <a:schemeClr val="accent6"/>
                </a:solidFill>
                <a:latin typeface="Montserrat" panose="00000500000000000000" pitchFamily="2" charset="0"/>
              </a:rPr>
              <a:t>70% nach „</a:t>
            </a:r>
            <a:r>
              <a:rPr lang="de-DE" dirty="0" err="1">
                <a:solidFill>
                  <a:schemeClr val="accent6"/>
                </a:solidFill>
                <a:latin typeface="Montserrat" panose="00000500000000000000" pitchFamily="2" charset="0"/>
              </a:rPr>
              <a:t>train</a:t>
            </a:r>
            <a:r>
              <a:rPr lang="de-DE" dirty="0">
                <a:solidFill>
                  <a:schemeClr val="accent6"/>
                </a:solidFill>
                <a:latin typeface="Montserrat" panose="00000500000000000000" pitchFamily="2" charset="0"/>
              </a:rPr>
              <a:t>“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●"/>
            </a:pPr>
            <a:r>
              <a:rPr lang="de-DE" dirty="0">
                <a:solidFill>
                  <a:schemeClr val="accent6"/>
                </a:solidFill>
                <a:latin typeface="Montserrat" panose="00000500000000000000" pitchFamily="2" charset="0"/>
              </a:rPr>
              <a:t>30% nach „</a:t>
            </a:r>
            <a:r>
              <a:rPr lang="de-DE" dirty="0" err="1">
                <a:solidFill>
                  <a:schemeClr val="accent6"/>
                </a:solidFill>
                <a:latin typeface="Montserrat" panose="00000500000000000000" pitchFamily="2" charset="0"/>
              </a:rPr>
              <a:t>val</a:t>
            </a:r>
            <a:r>
              <a:rPr lang="de-DE" dirty="0">
                <a:solidFill>
                  <a:schemeClr val="accent6"/>
                </a:solidFill>
                <a:latin typeface="Montserrat" panose="00000500000000000000" pitchFamily="2" charset="0"/>
              </a:rPr>
              <a:t>“</a:t>
            </a:r>
          </a:p>
        </p:txBody>
      </p:sp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0B221E7B-694A-B54C-E095-39956F481C76}"/>
              </a:ext>
            </a:extLst>
          </p:cNvPr>
          <p:cNvGrpSpPr/>
          <p:nvPr/>
        </p:nvGrpSpPr>
        <p:grpSpPr>
          <a:xfrm>
            <a:off x="505421" y="194207"/>
            <a:ext cx="4353740" cy="4755086"/>
            <a:chOff x="505421" y="178863"/>
            <a:chExt cx="4353740" cy="4755086"/>
          </a:xfrm>
        </p:grpSpPr>
        <p:pic>
          <p:nvPicPr>
            <p:cNvPr id="3" name="Grafik 2">
              <a:extLst>
                <a:ext uri="{FF2B5EF4-FFF2-40B4-BE49-F238E27FC236}">
                  <a16:creationId xmlns:a16="http://schemas.microsoft.com/office/drawing/2014/main" id="{BCFF0030-97B4-45DC-65D8-DB206D4ED42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05421" y="486640"/>
              <a:ext cx="4353740" cy="4447309"/>
            </a:xfrm>
            <a:prstGeom prst="rect">
              <a:avLst/>
            </a:prstGeom>
          </p:spPr>
        </p:pic>
        <p:sp>
          <p:nvSpPr>
            <p:cNvPr id="5" name="Textfeld 4">
              <a:extLst>
                <a:ext uri="{FF2B5EF4-FFF2-40B4-BE49-F238E27FC236}">
                  <a16:creationId xmlns:a16="http://schemas.microsoft.com/office/drawing/2014/main" id="{905D86B5-17BF-18A9-EEFA-3C49328744CD}"/>
                </a:ext>
              </a:extLst>
            </p:cNvPr>
            <p:cNvSpPr txBox="1"/>
            <p:nvPr/>
          </p:nvSpPr>
          <p:spPr>
            <a:xfrm>
              <a:off x="505421" y="178863"/>
              <a:ext cx="435374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dirty="0">
                  <a:solidFill>
                    <a:schemeClr val="accent6"/>
                  </a:solidFill>
                  <a:latin typeface="Montserrat" panose="00000500000000000000" pitchFamily="2" charset="0"/>
                </a:rPr>
                <a:t>sort.py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6">
          <a:extLst>
            <a:ext uri="{FF2B5EF4-FFF2-40B4-BE49-F238E27FC236}">
              <a16:creationId xmlns:a16="http://schemas.microsoft.com/office/drawing/2014/main" id="{AA278438-A37E-7732-4B81-E8422583BA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81" name="Google Shape;1581;p45">
            <a:extLst>
              <a:ext uri="{FF2B5EF4-FFF2-40B4-BE49-F238E27FC236}">
                <a16:creationId xmlns:a16="http://schemas.microsoft.com/office/drawing/2014/main" id="{9EFF83FA-F9E8-B556-CB78-9A0CD564E4CC}"/>
              </a:ext>
            </a:extLst>
          </p:cNvPr>
          <p:cNvGrpSpPr/>
          <p:nvPr/>
        </p:nvGrpSpPr>
        <p:grpSpPr>
          <a:xfrm>
            <a:off x="795651" y="2767755"/>
            <a:ext cx="76825" cy="76800"/>
            <a:chOff x="3104875" y="1099400"/>
            <a:chExt cx="76825" cy="76800"/>
          </a:xfrm>
        </p:grpSpPr>
        <p:sp>
          <p:nvSpPr>
            <p:cNvPr id="1582" name="Google Shape;1582;p45">
              <a:extLst>
                <a:ext uri="{FF2B5EF4-FFF2-40B4-BE49-F238E27FC236}">
                  <a16:creationId xmlns:a16="http://schemas.microsoft.com/office/drawing/2014/main" id="{03312B03-1173-268A-F061-755627845505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3" name="Google Shape;1583;p45">
              <a:extLst>
                <a:ext uri="{FF2B5EF4-FFF2-40B4-BE49-F238E27FC236}">
                  <a16:creationId xmlns:a16="http://schemas.microsoft.com/office/drawing/2014/main" id="{D28981F5-9AFA-9AB6-5D2A-288C2DC8BDA3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84" name="Google Shape;1584;p45">
            <a:extLst>
              <a:ext uri="{FF2B5EF4-FFF2-40B4-BE49-F238E27FC236}">
                <a16:creationId xmlns:a16="http://schemas.microsoft.com/office/drawing/2014/main" id="{5AD250FA-F697-5801-D4E8-EA9097784F69}"/>
              </a:ext>
            </a:extLst>
          </p:cNvPr>
          <p:cNvGrpSpPr/>
          <p:nvPr/>
        </p:nvGrpSpPr>
        <p:grpSpPr>
          <a:xfrm>
            <a:off x="8086050" y="2917325"/>
            <a:ext cx="76825" cy="76800"/>
            <a:chOff x="3104875" y="1099400"/>
            <a:chExt cx="76825" cy="76800"/>
          </a:xfrm>
        </p:grpSpPr>
        <p:sp>
          <p:nvSpPr>
            <p:cNvPr id="1585" name="Google Shape;1585;p45">
              <a:extLst>
                <a:ext uri="{FF2B5EF4-FFF2-40B4-BE49-F238E27FC236}">
                  <a16:creationId xmlns:a16="http://schemas.microsoft.com/office/drawing/2014/main" id="{03A03889-62B8-17AC-E11A-6E5D837199F1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6" name="Google Shape;1586;p45">
              <a:extLst>
                <a:ext uri="{FF2B5EF4-FFF2-40B4-BE49-F238E27FC236}">
                  <a16:creationId xmlns:a16="http://schemas.microsoft.com/office/drawing/2014/main" id="{0612DE48-A140-3C5C-0CB3-ED8CD0F24633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87" name="Google Shape;1587;p45">
            <a:extLst>
              <a:ext uri="{FF2B5EF4-FFF2-40B4-BE49-F238E27FC236}">
                <a16:creationId xmlns:a16="http://schemas.microsoft.com/office/drawing/2014/main" id="{0C633E77-B5DE-8EA2-4BA3-1A1FB3576AC9}"/>
              </a:ext>
            </a:extLst>
          </p:cNvPr>
          <p:cNvGrpSpPr/>
          <p:nvPr/>
        </p:nvGrpSpPr>
        <p:grpSpPr>
          <a:xfrm>
            <a:off x="6180225" y="982400"/>
            <a:ext cx="76825" cy="76800"/>
            <a:chOff x="3104875" y="1099400"/>
            <a:chExt cx="76825" cy="76800"/>
          </a:xfrm>
        </p:grpSpPr>
        <p:sp>
          <p:nvSpPr>
            <p:cNvPr id="1588" name="Google Shape;1588;p45">
              <a:extLst>
                <a:ext uri="{FF2B5EF4-FFF2-40B4-BE49-F238E27FC236}">
                  <a16:creationId xmlns:a16="http://schemas.microsoft.com/office/drawing/2014/main" id="{E64C0C5E-ED78-21C2-C030-5EABF24C47FB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9" name="Google Shape;1589;p45">
              <a:extLst>
                <a:ext uri="{FF2B5EF4-FFF2-40B4-BE49-F238E27FC236}">
                  <a16:creationId xmlns:a16="http://schemas.microsoft.com/office/drawing/2014/main" id="{7CDFFEEA-2300-D0F9-0D4F-8285D4A42628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590" name="Google Shape;1590;p45">
            <a:extLst>
              <a:ext uri="{FF2B5EF4-FFF2-40B4-BE49-F238E27FC236}">
                <a16:creationId xmlns:a16="http://schemas.microsoft.com/office/drawing/2014/main" id="{4ABE81FA-0C78-9D2A-1257-AE90A3BAAB8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22009" r="18455"/>
          <a:stretch/>
        </p:blipFill>
        <p:spPr>
          <a:xfrm rot="-3282827">
            <a:off x="484159" y="493439"/>
            <a:ext cx="652202" cy="61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1" name="Google Shape;1591;p45">
            <a:extLst>
              <a:ext uri="{FF2B5EF4-FFF2-40B4-BE49-F238E27FC236}">
                <a16:creationId xmlns:a16="http://schemas.microsoft.com/office/drawing/2014/main" id="{84965045-BD10-80D4-F11D-23DE2081020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24331" t="5721" r="23342" b="4591"/>
          <a:stretch/>
        </p:blipFill>
        <p:spPr>
          <a:xfrm rot="2268302">
            <a:off x="6849112" y="209824"/>
            <a:ext cx="1857374" cy="17906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" name="Gruppieren 16">
            <a:extLst>
              <a:ext uri="{FF2B5EF4-FFF2-40B4-BE49-F238E27FC236}">
                <a16:creationId xmlns:a16="http://schemas.microsoft.com/office/drawing/2014/main" id="{0A50A075-F575-88B6-0555-348D0BC208F0}"/>
              </a:ext>
            </a:extLst>
          </p:cNvPr>
          <p:cNvGrpSpPr/>
          <p:nvPr/>
        </p:nvGrpSpPr>
        <p:grpSpPr>
          <a:xfrm>
            <a:off x="1250141" y="1168330"/>
            <a:ext cx="3944179" cy="948456"/>
            <a:chOff x="752511" y="477056"/>
            <a:chExt cx="3944179" cy="948456"/>
          </a:xfrm>
        </p:grpSpPr>
        <p:pic>
          <p:nvPicPr>
            <p:cNvPr id="11" name="Grafik 10">
              <a:extLst>
                <a:ext uri="{FF2B5EF4-FFF2-40B4-BE49-F238E27FC236}">
                  <a16:creationId xmlns:a16="http://schemas.microsoft.com/office/drawing/2014/main" id="{726F730B-4767-1714-04B1-456C2BDDFF0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52513" y="784833"/>
              <a:ext cx="3944177" cy="640679"/>
            </a:xfrm>
            <a:prstGeom prst="rect">
              <a:avLst/>
            </a:prstGeom>
          </p:spPr>
        </p:pic>
        <p:sp>
          <p:nvSpPr>
            <p:cNvPr id="14" name="Textfeld 13">
              <a:extLst>
                <a:ext uri="{FF2B5EF4-FFF2-40B4-BE49-F238E27FC236}">
                  <a16:creationId xmlns:a16="http://schemas.microsoft.com/office/drawing/2014/main" id="{20DD3B7B-735C-2252-67D2-58067D64F0F7}"/>
                </a:ext>
              </a:extLst>
            </p:cNvPr>
            <p:cNvSpPr txBox="1"/>
            <p:nvPr/>
          </p:nvSpPr>
          <p:spPr>
            <a:xfrm>
              <a:off x="752511" y="477056"/>
              <a:ext cx="394417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dirty="0" err="1">
                  <a:solidFill>
                    <a:schemeClr val="accent6"/>
                  </a:solidFill>
                  <a:latin typeface="Montserrat" panose="00000500000000000000" pitchFamily="2" charset="0"/>
                </a:rPr>
                <a:t>data.yaml</a:t>
              </a:r>
              <a:endParaRPr lang="de-DE" dirty="0">
                <a:solidFill>
                  <a:schemeClr val="accent6"/>
                </a:solidFill>
                <a:latin typeface="Montserrat" panose="00000500000000000000" pitchFamily="2" charset="0"/>
              </a:endParaRPr>
            </a:p>
          </p:txBody>
        </p:sp>
      </p:grpSp>
      <p:grpSp>
        <p:nvGrpSpPr>
          <p:cNvPr id="18" name="Gruppieren 17">
            <a:extLst>
              <a:ext uri="{FF2B5EF4-FFF2-40B4-BE49-F238E27FC236}">
                <a16:creationId xmlns:a16="http://schemas.microsoft.com/office/drawing/2014/main" id="{9E140501-197A-8126-A0BB-F7031E777BB1}"/>
              </a:ext>
            </a:extLst>
          </p:cNvPr>
          <p:cNvGrpSpPr/>
          <p:nvPr/>
        </p:nvGrpSpPr>
        <p:grpSpPr>
          <a:xfrm>
            <a:off x="3566909" y="2718937"/>
            <a:ext cx="3944177" cy="1838537"/>
            <a:chOff x="1632275" y="2596740"/>
            <a:chExt cx="3944177" cy="1838537"/>
          </a:xfrm>
        </p:grpSpPr>
        <p:pic>
          <p:nvPicPr>
            <p:cNvPr id="13" name="Grafik 12">
              <a:extLst>
                <a:ext uri="{FF2B5EF4-FFF2-40B4-BE49-F238E27FC236}">
                  <a16:creationId xmlns:a16="http://schemas.microsoft.com/office/drawing/2014/main" id="{947218BD-5515-A72F-2972-0182FE2F3AF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632275" y="2904517"/>
              <a:ext cx="3944177" cy="1530760"/>
            </a:xfrm>
            <a:prstGeom prst="rect">
              <a:avLst/>
            </a:prstGeom>
          </p:spPr>
        </p:pic>
        <p:sp>
          <p:nvSpPr>
            <p:cNvPr id="15" name="Textfeld 14">
              <a:extLst>
                <a:ext uri="{FF2B5EF4-FFF2-40B4-BE49-F238E27FC236}">
                  <a16:creationId xmlns:a16="http://schemas.microsoft.com/office/drawing/2014/main" id="{B8EB862F-1734-327D-8272-2B415BC705E7}"/>
                </a:ext>
              </a:extLst>
            </p:cNvPr>
            <p:cNvSpPr txBox="1"/>
            <p:nvPr/>
          </p:nvSpPr>
          <p:spPr>
            <a:xfrm>
              <a:off x="1632275" y="2596740"/>
              <a:ext cx="394417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dirty="0">
                  <a:solidFill>
                    <a:schemeClr val="accent6"/>
                  </a:solidFill>
                  <a:latin typeface="Montserrat" panose="00000500000000000000" pitchFamily="2" charset="0"/>
                </a:rPr>
                <a:t>train_model.py</a:t>
              </a:r>
            </a:p>
          </p:txBody>
        </p:sp>
      </p:grpSp>
      <p:pic>
        <p:nvPicPr>
          <p:cNvPr id="19" name="Google Shape;1591;p45">
            <a:extLst>
              <a:ext uri="{FF2B5EF4-FFF2-40B4-BE49-F238E27FC236}">
                <a16:creationId xmlns:a16="http://schemas.microsoft.com/office/drawing/2014/main" id="{021767AF-81B9-4C0B-C871-F5E99C2ABA3A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24331" t="5721" r="23342" b="4591"/>
          <a:stretch/>
        </p:blipFill>
        <p:spPr>
          <a:xfrm rot="2268302">
            <a:off x="-666979" y="4019537"/>
            <a:ext cx="1857374" cy="17906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" name="Google Shape;1581;p45">
            <a:extLst>
              <a:ext uri="{FF2B5EF4-FFF2-40B4-BE49-F238E27FC236}">
                <a16:creationId xmlns:a16="http://schemas.microsoft.com/office/drawing/2014/main" id="{17B43204-E656-E2B2-E182-7D98B79DB413}"/>
              </a:ext>
            </a:extLst>
          </p:cNvPr>
          <p:cNvGrpSpPr/>
          <p:nvPr/>
        </p:nvGrpSpPr>
        <p:grpSpPr>
          <a:xfrm>
            <a:off x="1080525" y="3212645"/>
            <a:ext cx="76825" cy="76800"/>
            <a:chOff x="3104875" y="1099400"/>
            <a:chExt cx="76825" cy="76800"/>
          </a:xfrm>
        </p:grpSpPr>
        <p:sp>
          <p:nvSpPr>
            <p:cNvPr id="21" name="Google Shape;1582;p45">
              <a:extLst>
                <a:ext uri="{FF2B5EF4-FFF2-40B4-BE49-F238E27FC236}">
                  <a16:creationId xmlns:a16="http://schemas.microsoft.com/office/drawing/2014/main" id="{84DA5C4F-E322-E138-75D2-E631D3F5E57D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1583;p45">
              <a:extLst>
                <a:ext uri="{FF2B5EF4-FFF2-40B4-BE49-F238E27FC236}">
                  <a16:creationId xmlns:a16="http://schemas.microsoft.com/office/drawing/2014/main" id="{3BE4E351-1BB5-AB7B-34D9-E65BB0DE4443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962610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81" name="Google Shape;1581;p45"/>
          <p:cNvGrpSpPr/>
          <p:nvPr/>
        </p:nvGrpSpPr>
        <p:grpSpPr>
          <a:xfrm>
            <a:off x="319869" y="3630327"/>
            <a:ext cx="76825" cy="76800"/>
            <a:chOff x="3104875" y="1099400"/>
            <a:chExt cx="76825" cy="76800"/>
          </a:xfrm>
        </p:grpSpPr>
        <p:sp>
          <p:nvSpPr>
            <p:cNvPr id="1582" name="Google Shape;1582;p45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3" name="Google Shape;1583;p45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84" name="Google Shape;1584;p45"/>
          <p:cNvGrpSpPr/>
          <p:nvPr/>
        </p:nvGrpSpPr>
        <p:grpSpPr>
          <a:xfrm>
            <a:off x="8612874" y="1777376"/>
            <a:ext cx="76825" cy="76800"/>
            <a:chOff x="3104875" y="1099400"/>
            <a:chExt cx="76825" cy="76800"/>
          </a:xfrm>
        </p:grpSpPr>
        <p:sp>
          <p:nvSpPr>
            <p:cNvPr id="1585" name="Google Shape;1585;p45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6" name="Google Shape;1586;p45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87" name="Google Shape;1587;p45"/>
          <p:cNvGrpSpPr/>
          <p:nvPr/>
        </p:nvGrpSpPr>
        <p:grpSpPr>
          <a:xfrm>
            <a:off x="6488733" y="448066"/>
            <a:ext cx="76825" cy="76800"/>
            <a:chOff x="3104875" y="1099400"/>
            <a:chExt cx="76825" cy="76800"/>
          </a:xfrm>
        </p:grpSpPr>
        <p:sp>
          <p:nvSpPr>
            <p:cNvPr id="1588" name="Google Shape;1588;p45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9" name="Google Shape;1589;p45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590" name="Google Shape;1590;p45"/>
          <p:cNvPicPr preferRelativeResize="0"/>
          <p:nvPr/>
        </p:nvPicPr>
        <p:blipFill rotWithShape="1">
          <a:blip r:embed="rId3">
            <a:alphaModFix/>
          </a:blip>
          <a:srcRect l="22009" r="18455"/>
          <a:stretch/>
        </p:blipFill>
        <p:spPr>
          <a:xfrm rot="-3282827">
            <a:off x="-54724" y="1913437"/>
            <a:ext cx="652202" cy="61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1" name="Google Shape;1591;p45"/>
          <p:cNvPicPr preferRelativeResize="0"/>
          <p:nvPr/>
        </p:nvPicPr>
        <p:blipFill rotWithShape="1">
          <a:blip r:embed="rId4">
            <a:alphaModFix/>
          </a:blip>
          <a:srcRect l="24331" t="5721" r="23342" b="4591"/>
          <a:stretch/>
        </p:blipFill>
        <p:spPr>
          <a:xfrm rot="2268302">
            <a:off x="6932728" y="-217150"/>
            <a:ext cx="1857374" cy="17906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" name="Gruppieren 4">
            <a:extLst>
              <a:ext uri="{FF2B5EF4-FFF2-40B4-BE49-F238E27FC236}">
                <a16:creationId xmlns:a16="http://schemas.microsoft.com/office/drawing/2014/main" id="{D15FC797-054B-53F2-8E17-7514D385BF3F}"/>
              </a:ext>
            </a:extLst>
          </p:cNvPr>
          <p:cNvGrpSpPr/>
          <p:nvPr/>
        </p:nvGrpSpPr>
        <p:grpSpPr>
          <a:xfrm>
            <a:off x="533537" y="140289"/>
            <a:ext cx="4681997" cy="4862922"/>
            <a:chOff x="533537" y="170204"/>
            <a:chExt cx="4681997" cy="4862922"/>
          </a:xfrm>
        </p:grpSpPr>
        <p:pic>
          <p:nvPicPr>
            <p:cNvPr id="3" name="Grafik 2">
              <a:extLst>
                <a:ext uri="{FF2B5EF4-FFF2-40B4-BE49-F238E27FC236}">
                  <a16:creationId xmlns:a16="http://schemas.microsoft.com/office/drawing/2014/main" id="{0E033ECD-A354-A70A-8752-21133FF8209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33537" y="477981"/>
              <a:ext cx="4681997" cy="4555145"/>
            </a:xfrm>
            <a:prstGeom prst="rect">
              <a:avLst/>
            </a:prstGeom>
          </p:spPr>
        </p:pic>
        <p:sp>
          <p:nvSpPr>
            <p:cNvPr id="4" name="Textfeld 3">
              <a:extLst>
                <a:ext uri="{FF2B5EF4-FFF2-40B4-BE49-F238E27FC236}">
                  <a16:creationId xmlns:a16="http://schemas.microsoft.com/office/drawing/2014/main" id="{03E9C3E2-6024-0F8D-40D9-4C372020FD15}"/>
                </a:ext>
              </a:extLst>
            </p:cNvPr>
            <p:cNvSpPr txBox="1"/>
            <p:nvPr/>
          </p:nvSpPr>
          <p:spPr>
            <a:xfrm>
              <a:off x="533537" y="170204"/>
              <a:ext cx="468199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dirty="0">
                  <a:solidFill>
                    <a:schemeClr val="accent6"/>
                  </a:solidFill>
                  <a:latin typeface="Montserrat" panose="00000500000000000000" pitchFamily="2" charset="0"/>
                </a:rPr>
                <a:t>main.py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2">
          <a:extLst>
            <a:ext uri="{FF2B5EF4-FFF2-40B4-BE49-F238E27FC236}">
              <a16:creationId xmlns:a16="http://schemas.microsoft.com/office/drawing/2014/main" id="{216FD9EC-CF9A-8267-4521-934BD89B18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3" name="Google Shape;1383;p40">
            <a:extLst>
              <a:ext uri="{FF2B5EF4-FFF2-40B4-BE49-F238E27FC236}">
                <a16:creationId xmlns:a16="http://schemas.microsoft.com/office/drawing/2014/main" id="{83AE28E0-A09C-A243-2C6D-C5608B4BAE77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719999" y="1496250"/>
            <a:ext cx="149186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pic>
        <p:nvPicPr>
          <p:cNvPr id="1385" name="Google Shape;1385;p40">
            <a:extLst>
              <a:ext uri="{FF2B5EF4-FFF2-40B4-BE49-F238E27FC236}">
                <a16:creationId xmlns:a16="http://schemas.microsoft.com/office/drawing/2014/main" id="{E2D00FE1-605D-A487-7C73-4CE59133EA3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24331" t="5721" r="23342" b="4591"/>
          <a:stretch/>
        </p:blipFill>
        <p:spPr>
          <a:xfrm rot="2268302">
            <a:off x="7040137" y="2719387"/>
            <a:ext cx="1857374" cy="1790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6" name="Google Shape;1386;p40">
            <a:extLst>
              <a:ext uri="{FF2B5EF4-FFF2-40B4-BE49-F238E27FC236}">
                <a16:creationId xmlns:a16="http://schemas.microsoft.com/office/drawing/2014/main" id="{4B3B6DC4-7AC4-3B53-C5E7-9C26BA35E863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18647" t="7960" r="8852" b="8336"/>
          <a:stretch/>
        </p:blipFill>
        <p:spPr>
          <a:xfrm rot="-1406513">
            <a:off x="6447085" y="3651950"/>
            <a:ext cx="1175233" cy="7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7" name="Google Shape;1387;p40">
            <a:extLst>
              <a:ext uri="{FF2B5EF4-FFF2-40B4-BE49-F238E27FC236}">
                <a16:creationId xmlns:a16="http://schemas.microsoft.com/office/drawing/2014/main" id="{8A0C98EE-F9C6-2480-8CDA-DD0397C98FEB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l="25537" t="7152" r="23467" b="5838"/>
          <a:stretch/>
        </p:blipFill>
        <p:spPr>
          <a:xfrm>
            <a:off x="6035249" y="251825"/>
            <a:ext cx="1920000" cy="1842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8" name="Google Shape;1388;p40">
            <a:extLst>
              <a:ext uri="{FF2B5EF4-FFF2-40B4-BE49-F238E27FC236}">
                <a16:creationId xmlns:a16="http://schemas.microsoft.com/office/drawing/2014/main" id="{A974391F-1C94-7E63-6FC3-E6D2987D7B7F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 l="15236" r="10474"/>
          <a:stretch/>
        </p:blipFill>
        <p:spPr>
          <a:xfrm rot="1220421">
            <a:off x="4940349" y="553959"/>
            <a:ext cx="1552575" cy="1390851"/>
          </a:xfrm>
          <a:prstGeom prst="rect">
            <a:avLst/>
          </a:prstGeom>
          <a:noFill/>
          <a:ln>
            <a:noFill/>
          </a:ln>
        </p:spPr>
      </p:pic>
      <p:sp>
        <p:nvSpPr>
          <p:cNvPr id="1389" name="Google Shape;1389;p40">
            <a:extLst>
              <a:ext uri="{FF2B5EF4-FFF2-40B4-BE49-F238E27FC236}">
                <a16:creationId xmlns:a16="http://schemas.microsoft.com/office/drawing/2014/main" id="{72759633-BF62-1404-6155-44A4FFC9D84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2384238"/>
            <a:ext cx="73518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de-DE" dirty="0"/>
              <a:t>Probleme</a:t>
            </a:r>
            <a:endParaRPr dirty="0"/>
          </a:p>
        </p:txBody>
      </p:sp>
      <p:grpSp>
        <p:nvGrpSpPr>
          <p:cNvPr id="1390" name="Google Shape;1390;p40">
            <a:extLst>
              <a:ext uri="{FF2B5EF4-FFF2-40B4-BE49-F238E27FC236}">
                <a16:creationId xmlns:a16="http://schemas.microsoft.com/office/drawing/2014/main" id="{36E20493-BF1A-B158-F852-56680712DE4A}"/>
              </a:ext>
            </a:extLst>
          </p:cNvPr>
          <p:cNvGrpSpPr/>
          <p:nvPr/>
        </p:nvGrpSpPr>
        <p:grpSpPr>
          <a:xfrm>
            <a:off x="8219800" y="2094550"/>
            <a:ext cx="76825" cy="76800"/>
            <a:chOff x="3104875" y="1099400"/>
            <a:chExt cx="76825" cy="76800"/>
          </a:xfrm>
        </p:grpSpPr>
        <p:sp>
          <p:nvSpPr>
            <p:cNvPr id="1391" name="Google Shape;1391;p40">
              <a:extLst>
                <a:ext uri="{FF2B5EF4-FFF2-40B4-BE49-F238E27FC236}">
                  <a16:creationId xmlns:a16="http://schemas.microsoft.com/office/drawing/2014/main" id="{D630935C-1AC1-1D75-F691-A19FA222519D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Google Shape;1392;p40">
              <a:extLst>
                <a:ext uri="{FF2B5EF4-FFF2-40B4-BE49-F238E27FC236}">
                  <a16:creationId xmlns:a16="http://schemas.microsoft.com/office/drawing/2014/main" id="{A3E55B39-4777-E054-ADEE-5293C474B3B7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93" name="Google Shape;1393;p40">
            <a:extLst>
              <a:ext uri="{FF2B5EF4-FFF2-40B4-BE49-F238E27FC236}">
                <a16:creationId xmlns:a16="http://schemas.microsoft.com/office/drawing/2014/main" id="{3A048147-371B-3DF3-BADB-0C087DBF2CC5}"/>
              </a:ext>
            </a:extLst>
          </p:cNvPr>
          <p:cNvGrpSpPr/>
          <p:nvPr/>
        </p:nvGrpSpPr>
        <p:grpSpPr>
          <a:xfrm rot="1891135">
            <a:off x="4266962" y="4210993"/>
            <a:ext cx="76828" cy="76803"/>
            <a:chOff x="3104875" y="1099400"/>
            <a:chExt cx="76825" cy="76800"/>
          </a:xfrm>
        </p:grpSpPr>
        <p:sp>
          <p:nvSpPr>
            <p:cNvPr id="1394" name="Google Shape;1394;p40">
              <a:extLst>
                <a:ext uri="{FF2B5EF4-FFF2-40B4-BE49-F238E27FC236}">
                  <a16:creationId xmlns:a16="http://schemas.microsoft.com/office/drawing/2014/main" id="{5D260202-2F3D-2F72-7273-6082D4F083FB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Google Shape;1395;p40">
              <a:extLst>
                <a:ext uri="{FF2B5EF4-FFF2-40B4-BE49-F238E27FC236}">
                  <a16:creationId xmlns:a16="http://schemas.microsoft.com/office/drawing/2014/main" id="{D528FF64-F1B1-4C46-FFA9-1E5EEEB4BC37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96" name="Google Shape;1396;p40">
            <a:extLst>
              <a:ext uri="{FF2B5EF4-FFF2-40B4-BE49-F238E27FC236}">
                <a16:creationId xmlns:a16="http://schemas.microsoft.com/office/drawing/2014/main" id="{EA3CE312-DE1C-B23B-1AAC-B864382AB370}"/>
              </a:ext>
            </a:extLst>
          </p:cNvPr>
          <p:cNvGrpSpPr/>
          <p:nvPr/>
        </p:nvGrpSpPr>
        <p:grpSpPr>
          <a:xfrm>
            <a:off x="2400025" y="1210988"/>
            <a:ext cx="76825" cy="76800"/>
            <a:chOff x="3104875" y="1099400"/>
            <a:chExt cx="76825" cy="76800"/>
          </a:xfrm>
        </p:grpSpPr>
        <p:sp>
          <p:nvSpPr>
            <p:cNvPr id="1397" name="Google Shape;1397;p40">
              <a:extLst>
                <a:ext uri="{FF2B5EF4-FFF2-40B4-BE49-F238E27FC236}">
                  <a16:creationId xmlns:a16="http://schemas.microsoft.com/office/drawing/2014/main" id="{CF43CFFC-642B-BBCA-24FF-E63060B79F10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Google Shape;1398;p40">
              <a:extLst>
                <a:ext uri="{FF2B5EF4-FFF2-40B4-BE49-F238E27FC236}">
                  <a16:creationId xmlns:a16="http://schemas.microsoft.com/office/drawing/2014/main" id="{F56C1ABF-E061-C6C2-D095-06C813D00C46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399" name="Google Shape;1399;p40">
            <a:extLst>
              <a:ext uri="{FF2B5EF4-FFF2-40B4-BE49-F238E27FC236}">
                <a16:creationId xmlns:a16="http://schemas.microsoft.com/office/drawing/2014/main" id="{38BE0894-CBC7-C48E-1C38-5BA50E39001C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 l="22009" r="18455"/>
          <a:stretch/>
        </p:blipFill>
        <p:spPr>
          <a:xfrm rot="1203247">
            <a:off x="1616204" y="3965720"/>
            <a:ext cx="903665" cy="85381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feld 3">
            <a:extLst>
              <a:ext uri="{FF2B5EF4-FFF2-40B4-BE49-F238E27FC236}">
                <a16:creationId xmlns:a16="http://schemas.microsoft.com/office/drawing/2014/main" id="{7A9B904C-4119-D12A-57EC-116D17BC78E5}"/>
              </a:ext>
            </a:extLst>
          </p:cNvPr>
          <p:cNvSpPr txBox="1"/>
          <p:nvPr/>
        </p:nvSpPr>
        <p:spPr>
          <a:xfrm>
            <a:off x="720000" y="3266264"/>
            <a:ext cx="57953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tx1"/>
                </a:solidFill>
                <a:latin typeface="Montserrat" panose="00000500000000000000" pitchFamily="2" charset="0"/>
              </a:rPr>
              <a:t>Welche Hürden traten beim erarbeiten des Projektes auf</a:t>
            </a:r>
          </a:p>
          <a:p>
            <a:endParaRPr lang="de-DE" dirty="0">
              <a:solidFill>
                <a:schemeClr val="tx1"/>
              </a:solidFill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0660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1">
          <a:extLst>
            <a:ext uri="{FF2B5EF4-FFF2-40B4-BE49-F238E27FC236}">
              <a16:creationId xmlns:a16="http://schemas.microsoft.com/office/drawing/2014/main" id="{76733148-6F50-9233-D92E-BDCE526469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4" name="Google Shape;1424;p42">
            <a:extLst>
              <a:ext uri="{FF2B5EF4-FFF2-40B4-BE49-F238E27FC236}">
                <a16:creationId xmlns:a16="http://schemas.microsoft.com/office/drawing/2014/main" id="{B4AA8034-1875-58F7-86B6-822F7464B48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25537" t="7152" r="23467" b="5838"/>
          <a:stretch/>
        </p:blipFill>
        <p:spPr>
          <a:xfrm>
            <a:off x="1353599" y="1585225"/>
            <a:ext cx="1920000" cy="1842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5" name="Google Shape;1425;p42">
            <a:extLst>
              <a:ext uri="{FF2B5EF4-FFF2-40B4-BE49-F238E27FC236}">
                <a16:creationId xmlns:a16="http://schemas.microsoft.com/office/drawing/2014/main" id="{67FE9B1B-BC3E-2BE5-9C11-89BC25A45BF3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15236" r="10474"/>
          <a:stretch/>
        </p:blipFill>
        <p:spPr>
          <a:xfrm rot="-1358193">
            <a:off x="674149" y="1062985"/>
            <a:ext cx="1552576" cy="139085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26" name="Google Shape;1426;p42">
            <a:extLst>
              <a:ext uri="{FF2B5EF4-FFF2-40B4-BE49-F238E27FC236}">
                <a16:creationId xmlns:a16="http://schemas.microsoft.com/office/drawing/2014/main" id="{C7644597-286E-D53E-4B91-E554C0BC3C18}"/>
              </a:ext>
            </a:extLst>
          </p:cNvPr>
          <p:cNvGrpSpPr/>
          <p:nvPr/>
        </p:nvGrpSpPr>
        <p:grpSpPr>
          <a:xfrm>
            <a:off x="8219800" y="2094550"/>
            <a:ext cx="76825" cy="76800"/>
            <a:chOff x="3104875" y="1099400"/>
            <a:chExt cx="76825" cy="76800"/>
          </a:xfrm>
        </p:grpSpPr>
        <p:sp>
          <p:nvSpPr>
            <p:cNvPr id="1427" name="Google Shape;1427;p42">
              <a:extLst>
                <a:ext uri="{FF2B5EF4-FFF2-40B4-BE49-F238E27FC236}">
                  <a16:creationId xmlns:a16="http://schemas.microsoft.com/office/drawing/2014/main" id="{1F72C183-C454-C791-AFE2-1E6006D1EDD8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" name="Google Shape;1428;p42">
              <a:extLst>
                <a:ext uri="{FF2B5EF4-FFF2-40B4-BE49-F238E27FC236}">
                  <a16:creationId xmlns:a16="http://schemas.microsoft.com/office/drawing/2014/main" id="{406CE635-C511-55FD-D780-87E5DCDA632B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29" name="Google Shape;1429;p42">
            <a:extLst>
              <a:ext uri="{FF2B5EF4-FFF2-40B4-BE49-F238E27FC236}">
                <a16:creationId xmlns:a16="http://schemas.microsoft.com/office/drawing/2014/main" id="{B303068A-1BF1-C063-A7FF-CE2D19E550FF}"/>
              </a:ext>
            </a:extLst>
          </p:cNvPr>
          <p:cNvGrpSpPr/>
          <p:nvPr/>
        </p:nvGrpSpPr>
        <p:grpSpPr>
          <a:xfrm>
            <a:off x="2830475" y="905613"/>
            <a:ext cx="76825" cy="76800"/>
            <a:chOff x="3104875" y="1099400"/>
            <a:chExt cx="76825" cy="76800"/>
          </a:xfrm>
        </p:grpSpPr>
        <p:sp>
          <p:nvSpPr>
            <p:cNvPr id="1430" name="Google Shape;1430;p42">
              <a:extLst>
                <a:ext uri="{FF2B5EF4-FFF2-40B4-BE49-F238E27FC236}">
                  <a16:creationId xmlns:a16="http://schemas.microsoft.com/office/drawing/2014/main" id="{AEA7095C-BB80-442D-5455-898202AE1F9D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" name="Google Shape;1431;p42">
              <a:extLst>
                <a:ext uri="{FF2B5EF4-FFF2-40B4-BE49-F238E27FC236}">
                  <a16:creationId xmlns:a16="http://schemas.microsoft.com/office/drawing/2014/main" id="{3D8179A5-03A3-6F14-B41C-047D4D20B83E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432" name="Google Shape;1432;p42">
            <a:extLst>
              <a:ext uri="{FF2B5EF4-FFF2-40B4-BE49-F238E27FC236}">
                <a16:creationId xmlns:a16="http://schemas.microsoft.com/office/drawing/2014/main" id="{986F91D0-A4BD-22D5-0C37-849D02366E45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l="22009" r="18455"/>
          <a:stretch/>
        </p:blipFill>
        <p:spPr>
          <a:xfrm rot="1203247">
            <a:off x="2250929" y="3556995"/>
            <a:ext cx="903665" cy="85381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33" name="Google Shape;1433;p42">
            <a:extLst>
              <a:ext uri="{FF2B5EF4-FFF2-40B4-BE49-F238E27FC236}">
                <a16:creationId xmlns:a16="http://schemas.microsoft.com/office/drawing/2014/main" id="{ED09490E-5714-0176-76C1-987A1DD94348}"/>
              </a:ext>
            </a:extLst>
          </p:cNvPr>
          <p:cNvGrpSpPr/>
          <p:nvPr/>
        </p:nvGrpSpPr>
        <p:grpSpPr>
          <a:xfrm>
            <a:off x="1038925" y="3057463"/>
            <a:ext cx="76825" cy="76800"/>
            <a:chOff x="3104875" y="1099400"/>
            <a:chExt cx="76825" cy="76800"/>
          </a:xfrm>
        </p:grpSpPr>
        <p:sp>
          <p:nvSpPr>
            <p:cNvPr id="1434" name="Google Shape;1434;p42">
              <a:extLst>
                <a:ext uri="{FF2B5EF4-FFF2-40B4-BE49-F238E27FC236}">
                  <a16:creationId xmlns:a16="http://schemas.microsoft.com/office/drawing/2014/main" id="{923268CF-D074-5DC7-D6DD-D53325A77D8E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" name="Google Shape;1435;p42">
              <a:extLst>
                <a:ext uri="{FF2B5EF4-FFF2-40B4-BE49-F238E27FC236}">
                  <a16:creationId xmlns:a16="http://schemas.microsoft.com/office/drawing/2014/main" id="{E98F63E6-ED52-2F21-3288-E4020D9C991F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36" name="Google Shape;1436;p42">
            <a:extLst>
              <a:ext uri="{FF2B5EF4-FFF2-40B4-BE49-F238E27FC236}">
                <a16:creationId xmlns:a16="http://schemas.microsoft.com/office/drawing/2014/main" id="{F3565170-2E56-7F54-E5D9-B81C1302F874}"/>
              </a:ext>
            </a:extLst>
          </p:cNvPr>
          <p:cNvGrpSpPr/>
          <p:nvPr/>
        </p:nvGrpSpPr>
        <p:grpSpPr>
          <a:xfrm>
            <a:off x="7587300" y="4276238"/>
            <a:ext cx="76825" cy="76800"/>
            <a:chOff x="3104875" y="1099400"/>
            <a:chExt cx="76825" cy="76800"/>
          </a:xfrm>
        </p:grpSpPr>
        <p:sp>
          <p:nvSpPr>
            <p:cNvPr id="1437" name="Google Shape;1437;p42">
              <a:extLst>
                <a:ext uri="{FF2B5EF4-FFF2-40B4-BE49-F238E27FC236}">
                  <a16:creationId xmlns:a16="http://schemas.microsoft.com/office/drawing/2014/main" id="{3FA5F168-9F24-C55E-1535-FB366780ED6F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8" name="Google Shape;1438;p42">
              <a:extLst>
                <a:ext uri="{FF2B5EF4-FFF2-40B4-BE49-F238E27FC236}">
                  <a16:creationId xmlns:a16="http://schemas.microsoft.com/office/drawing/2014/main" id="{439ECE7B-F6B1-6EE5-AD4D-A56C88CFBAFE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" name="Textfeld 6">
            <a:extLst>
              <a:ext uri="{FF2B5EF4-FFF2-40B4-BE49-F238E27FC236}">
                <a16:creationId xmlns:a16="http://schemas.microsoft.com/office/drawing/2014/main" id="{F6528EAB-A49F-4E9A-1391-2B436E353439}"/>
              </a:ext>
            </a:extLst>
          </p:cNvPr>
          <p:cNvSpPr txBox="1"/>
          <p:nvPr/>
        </p:nvSpPr>
        <p:spPr>
          <a:xfrm>
            <a:off x="3849403" y="1251132"/>
            <a:ext cx="4203426" cy="26412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de-DE" b="1" dirty="0">
                <a:solidFill>
                  <a:schemeClr val="accent6"/>
                </a:solidFill>
                <a:latin typeface="Montserrat" panose="00000500000000000000" pitchFamily="2" charset="0"/>
              </a:rPr>
              <a:t>Datenerfassung</a:t>
            </a:r>
            <a:endParaRPr lang="de-DE" dirty="0">
              <a:solidFill>
                <a:schemeClr val="accent6"/>
              </a:solidFill>
              <a:latin typeface="Montserrat" panose="00000500000000000000" pitchFamily="2" charset="0"/>
            </a:endParaRPr>
          </a:p>
          <a:p>
            <a:pPr marL="285750" lvl="2" indent="-285750">
              <a:lnSpc>
                <a:spcPct val="150000"/>
              </a:lnSpc>
              <a:buFont typeface="Arial" panose="020B0604020202020204" pitchFamily="34" charset="0"/>
              <a:buChar char="●"/>
            </a:pPr>
            <a:r>
              <a:rPr lang="de-DE" dirty="0">
                <a:solidFill>
                  <a:schemeClr val="accent6"/>
                </a:solidFill>
                <a:latin typeface="Montserrat" panose="00000500000000000000" pitchFamily="2" charset="0"/>
              </a:rPr>
              <a:t>begrenzte Anzahl an Fehlerbeispielen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●"/>
            </a:pPr>
            <a:r>
              <a:rPr lang="de-DE" dirty="0">
                <a:solidFill>
                  <a:schemeClr val="accent6"/>
                </a:solidFill>
                <a:latin typeface="Montserrat" panose="00000500000000000000" pitchFamily="2" charset="0"/>
              </a:rPr>
              <a:t>zeitintensive Bildaufnahme</a:t>
            </a:r>
          </a:p>
          <a:p>
            <a:pPr>
              <a:lnSpc>
                <a:spcPct val="150000"/>
              </a:lnSpc>
            </a:pPr>
            <a:endParaRPr lang="de-DE" dirty="0">
              <a:solidFill>
                <a:schemeClr val="accent6"/>
              </a:solidFill>
              <a:latin typeface="Montserrat" panose="00000500000000000000" pitchFamily="2" charset="0"/>
            </a:endParaRPr>
          </a:p>
          <a:p>
            <a:pPr>
              <a:lnSpc>
                <a:spcPct val="150000"/>
              </a:lnSpc>
            </a:pPr>
            <a:r>
              <a:rPr lang="de-DE" b="1" dirty="0">
                <a:solidFill>
                  <a:schemeClr val="accent6"/>
                </a:solidFill>
                <a:latin typeface="Montserrat" panose="00000500000000000000" pitchFamily="2" charset="0"/>
              </a:rPr>
              <a:t>Einfluss äußerer Faktoren</a:t>
            </a:r>
            <a:endParaRPr lang="de-DE" dirty="0">
              <a:solidFill>
                <a:schemeClr val="accent6"/>
              </a:solidFill>
              <a:latin typeface="Montserrat" panose="00000500000000000000" pitchFamily="2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●"/>
            </a:pPr>
            <a:r>
              <a:rPr lang="de-DE" dirty="0">
                <a:solidFill>
                  <a:schemeClr val="accent6"/>
                </a:solidFill>
                <a:latin typeface="Montserrat" panose="00000500000000000000" pitchFamily="2" charset="0"/>
              </a:rPr>
              <a:t>Beleuchtung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●"/>
            </a:pPr>
            <a:r>
              <a:rPr lang="de-DE" dirty="0">
                <a:solidFill>
                  <a:schemeClr val="accent6"/>
                </a:solidFill>
                <a:latin typeface="Montserrat" panose="00000500000000000000" pitchFamily="2" charset="0"/>
              </a:rPr>
              <a:t>Kamerawinkel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●"/>
            </a:pPr>
            <a:r>
              <a:rPr lang="de-DE" dirty="0">
                <a:solidFill>
                  <a:schemeClr val="accent6"/>
                </a:solidFill>
                <a:latin typeface="Montserrat" panose="00000500000000000000" pitchFamily="2" charset="0"/>
              </a:rPr>
              <a:t>Hintergrund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9E90626C-6846-FA0C-D2D2-5083E7EF1982}"/>
              </a:ext>
            </a:extLst>
          </p:cNvPr>
          <p:cNvSpPr txBox="1"/>
          <p:nvPr/>
        </p:nvSpPr>
        <p:spPr>
          <a:xfrm>
            <a:off x="687686" y="461496"/>
            <a:ext cx="3383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altLang="de-DE" sz="1800" b="1" dirty="0">
                <a:solidFill>
                  <a:schemeClr val="tx1"/>
                </a:solidFill>
                <a:latin typeface="Montserrat" panose="00000500000000000000" pitchFamily="2" charset="0"/>
              </a:rPr>
              <a:t>Erfassungsgrenzen</a:t>
            </a:r>
            <a:endParaRPr lang="de-DE" sz="1800" b="1" dirty="0">
              <a:solidFill>
                <a:schemeClr val="accent6"/>
              </a:solidFill>
              <a:latin typeface="Montserrat" panose="00000500000000000000" pitchFamily="2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E95F37B0-7FDF-5D0A-BFEA-004703C9D8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5"/>
            <a:ext cx="26481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de-DE" altLang="de-D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de-DE" altLang="de-D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28559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6">
          <a:extLst>
            <a:ext uri="{FF2B5EF4-FFF2-40B4-BE49-F238E27FC236}">
              <a16:creationId xmlns:a16="http://schemas.microsoft.com/office/drawing/2014/main" id="{78EE4A1B-A501-F47F-E3F3-DBDACEE6A0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81" name="Google Shape;1581;p45">
            <a:extLst>
              <a:ext uri="{FF2B5EF4-FFF2-40B4-BE49-F238E27FC236}">
                <a16:creationId xmlns:a16="http://schemas.microsoft.com/office/drawing/2014/main" id="{DDAB9F52-334D-8ADE-4D64-41816B124A06}"/>
              </a:ext>
            </a:extLst>
          </p:cNvPr>
          <p:cNvGrpSpPr/>
          <p:nvPr/>
        </p:nvGrpSpPr>
        <p:grpSpPr>
          <a:xfrm>
            <a:off x="1003700" y="2099400"/>
            <a:ext cx="76825" cy="76800"/>
            <a:chOff x="3104875" y="1099400"/>
            <a:chExt cx="76825" cy="76800"/>
          </a:xfrm>
        </p:grpSpPr>
        <p:sp>
          <p:nvSpPr>
            <p:cNvPr id="1582" name="Google Shape;1582;p45">
              <a:extLst>
                <a:ext uri="{FF2B5EF4-FFF2-40B4-BE49-F238E27FC236}">
                  <a16:creationId xmlns:a16="http://schemas.microsoft.com/office/drawing/2014/main" id="{05C6F4D2-686E-9CBB-A97C-9D1C156B9900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3" name="Google Shape;1583;p45">
              <a:extLst>
                <a:ext uri="{FF2B5EF4-FFF2-40B4-BE49-F238E27FC236}">
                  <a16:creationId xmlns:a16="http://schemas.microsoft.com/office/drawing/2014/main" id="{EFB0BCF6-B696-A6C2-171E-65A3934087FE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84" name="Google Shape;1584;p45">
            <a:extLst>
              <a:ext uri="{FF2B5EF4-FFF2-40B4-BE49-F238E27FC236}">
                <a16:creationId xmlns:a16="http://schemas.microsoft.com/office/drawing/2014/main" id="{9131A073-6846-930A-0260-091B741E5A7E}"/>
              </a:ext>
            </a:extLst>
          </p:cNvPr>
          <p:cNvGrpSpPr/>
          <p:nvPr/>
        </p:nvGrpSpPr>
        <p:grpSpPr>
          <a:xfrm>
            <a:off x="7739386" y="3998546"/>
            <a:ext cx="76825" cy="76800"/>
            <a:chOff x="3104875" y="1099400"/>
            <a:chExt cx="76825" cy="76800"/>
          </a:xfrm>
        </p:grpSpPr>
        <p:sp>
          <p:nvSpPr>
            <p:cNvPr id="1585" name="Google Shape;1585;p45">
              <a:extLst>
                <a:ext uri="{FF2B5EF4-FFF2-40B4-BE49-F238E27FC236}">
                  <a16:creationId xmlns:a16="http://schemas.microsoft.com/office/drawing/2014/main" id="{6981FFE3-855D-8A65-D78F-45BD396DA9D9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6" name="Google Shape;1586;p45">
              <a:extLst>
                <a:ext uri="{FF2B5EF4-FFF2-40B4-BE49-F238E27FC236}">
                  <a16:creationId xmlns:a16="http://schemas.microsoft.com/office/drawing/2014/main" id="{8E116F5E-A430-7AC0-3E1A-9DB115F7817B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87" name="Google Shape;1587;p45">
            <a:extLst>
              <a:ext uri="{FF2B5EF4-FFF2-40B4-BE49-F238E27FC236}">
                <a16:creationId xmlns:a16="http://schemas.microsoft.com/office/drawing/2014/main" id="{866898D2-1456-6FDF-93E3-28FABCB16318}"/>
              </a:ext>
            </a:extLst>
          </p:cNvPr>
          <p:cNvGrpSpPr/>
          <p:nvPr/>
        </p:nvGrpSpPr>
        <p:grpSpPr>
          <a:xfrm>
            <a:off x="6180225" y="982400"/>
            <a:ext cx="76825" cy="76800"/>
            <a:chOff x="3104875" y="1099400"/>
            <a:chExt cx="76825" cy="76800"/>
          </a:xfrm>
        </p:grpSpPr>
        <p:sp>
          <p:nvSpPr>
            <p:cNvPr id="1588" name="Google Shape;1588;p45">
              <a:extLst>
                <a:ext uri="{FF2B5EF4-FFF2-40B4-BE49-F238E27FC236}">
                  <a16:creationId xmlns:a16="http://schemas.microsoft.com/office/drawing/2014/main" id="{399AB14C-6790-A82D-4E2D-0A27B02F97A6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9" name="Google Shape;1589;p45">
              <a:extLst>
                <a:ext uri="{FF2B5EF4-FFF2-40B4-BE49-F238E27FC236}">
                  <a16:creationId xmlns:a16="http://schemas.microsoft.com/office/drawing/2014/main" id="{699AECFE-F729-76EC-08D5-B06639DBBD71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590" name="Google Shape;1590;p45">
            <a:extLst>
              <a:ext uri="{FF2B5EF4-FFF2-40B4-BE49-F238E27FC236}">
                <a16:creationId xmlns:a16="http://schemas.microsoft.com/office/drawing/2014/main" id="{06F8A269-DAC5-31D7-9E06-499754B5B60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22009" r="18455"/>
          <a:stretch/>
        </p:blipFill>
        <p:spPr>
          <a:xfrm rot="-3282827">
            <a:off x="6603962" y="3986143"/>
            <a:ext cx="652202" cy="61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1" name="Google Shape;1591;p45">
            <a:extLst>
              <a:ext uri="{FF2B5EF4-FFF2-40B4-BE49-F238E27FC236}">
                <a16:creationId xmlns:a16="http://schemas.microsoft.com/office/drawing/2014/main" id="{B07FA10D-FA17-8C33-3009-1BFE3A439A3E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24331" t="5721" r="23342" b="4591"/>
          <a:stretch/>
        </p:blipFill>
        <p:spPr>
          <a:xfrm rot="2268302">
            <a:off x="6849112" y="209824"/>
            <a:ext cx="1857374" cy="1790699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feld 3">
            <a:extLst>
              <a:ext uri="{FF2B5EF4-FFF2-40B4-BE49-F238E27FC236}">
                <a16:creationId xmlns:a16="http://schemas.microsoft.com/office/drawing/2014/main" id="{BECC1EDD-BEDF-4717-BF51-B5FF771BBFBA}"/>
              </a:ext>
            </a:extLst>
          </p:cNvPr>
          <p:cNvSpPr txBox="1"/>
          <p:nvPr/>
        </p:nvSpPr>
        <p:spPr>
          <a:xfrm>
            <a:off x="2599459" y="1412715"/>
            <a:ext cx="3945082" cy="23180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de-DE" b="1" dirty="0">
                <a:solidFill>
                  <a:schemeClr val="accent6"/>
                </a:solidFill>
                <a:latin typeface="Montserrat" panose="00000500000000000000" pitchFamily="2" charset="0"/>
              </a:rPr>
              <a:t>Training des Modells</a:t>
            </a:r>
            <a:endParaRPr lang="de-DE" dirty="0">
              <a:solidFill>
                <a:schemeClr val="accent6"/>
              </a:solidFill>
              <a:latin typeface="Montserrat" panose="00000500000000000000" pitchFamily="2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●"/>
            </a:pPr>
            <a:r>
              <a:rPr lang="de-DE" dirty="0">
                <a:solidFill>
                  <a:schemeClr val="accent6"/>
                </a:solidFill>
                <a:latin typeface="Montserrat" panose="00000500000000000000" pitchFamily="2" charset="0"/>
              </a:rPr>
              <a:t>Abhängigkeit von der Datenqualität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●"/>
            </a:pPr>
            <a:r>
              <a:rPr lang="de-DE" dirty="0">
                <a:solidFill>
                  <a:schemeClr val="accent6"/>
                </a:solidFill>
                <a:latin typeface="Montserrat" panose="00000500000000000000" pitchFamily="2" charset="0"/>
              </a:rPr>
              <a:t>mögliche Über- oder Unteranpassung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●"/>
            </a:pPr>
            <a:endParaRPr lang="de-DE" dirty="0">
              <a:solidFill>
                <a:schemeClr val="accent6"/>
              </a:solidFill>
              <a:latin typeface="Montserrat" panose="00000500000000000000" pitchFamily="2" charset="0"/>
            </a:endParaRPr>
          </a:p>
          <a:p>
            <a:pPr>
              <a:lnSpc>
                <a:spcPct val="150000"/>
              </a:lnSpc>
            </a:pPr>
            <a:r>
              <a:rPr lang="de-DE" b="1" dirty="0">
                <a:solidFill>
                  <a:schemeClr val="accent6"/>
                </a:solidFill>
                <a:latin typeface="Montserrat" panose="00000500000000000000" pitchFamily="2" charset="0"/>
              </a:rPr>
              <a:t>Technische Grenzen</a:t>
            </a:r>
            <a:endParaRPr lang="de-DE" dirty="0">
              <a:solidFill>
                <a:schemeClr val="accent6"/>
              </a:solidFill>
              <a:latin typeface="Montserrat" panose="00000500000000000000" pitchFamily="2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●"/>
            </a:pPr>
            <a:r>
              <a:rPr lang="de-DE" dirty="0">
                <a:solidFill>
                  <a:schemeClr val="accent6"/>
                </a:solidFill>
                <a:latin typeface="Montserrat" panose="00000500000000000000" pitchFamily="2" charset="0"/>
              </a:rPr>
              <a:t>begrenzte Rechenleistung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●"/>
            </a:pPr>
            <a:r>
              <a:rPr lang="de-DE" dirty="0">
                <a:solidFill>
                  <a:schemeClr val="accent6"/>
                </a:solidFill>
                <a:latin typeface="Montserrat" panose="00000500000000000000" pitchFamily="2" charset="0"/>
              </a:rPr>
              <a:t>Trainingsdauer</a:t>
            </a:r>
          </a:p>
        </p:txBody>
      </p:sp>
      <p:grpSp>
        <p:nvGrpSpPr>
          <p:cNvPr id="5" name="Google Shape;1048;p29">
            <a:extLst>
              <a:ext uri="{FF2B5EF4-FFF2-40B4-BE49-F238E27FC236}">
                <a16:creationId xmlns:a16="http://schemas.microsoft.com/office/drawing/2014/main" id="{DAEA817A-12AD-67DC-1F69-1B2045C53847}"/>
              </a:ext>
            </a:extLst>
          </p:cNvPr>
          <p:cNvGrpSpPr/>
          <p:nvPr/>
        </p:nvGrpSpPr>
        <p:grpSpPr>
          <a:xfrm rot="15271534">
            <a:off x="-1862070" y="2503762"/>
            <a:ext cx="5036265" cy="4113315"/>
            <a:chOff x="4780389" y="2513201"/>
            <a:chExt cx="5036265" cy="4113315"/>
          </a:xfrm>
        </p:grpSpPr>
        <p:grpSp>
          <p:nvGrpSpPr>
            <p:cNvPr id="6" name="Google Shape;1049;p29">
              <a:extLst>
                <a:ext uri="{FF2B5EF4-FFF2-40B4-BE49-F238E27FC236}">
                  <a16:creationId xmlns:a16="http://schemas.microsoft.com/office/drawing/2014/main" id="{A99B538D-317E-5288-231C-C7BCE71426B7}"/>
                </a:ext>
              </a:extLst>
            </p:cNvPr>
            <p:cNvGrpSpPr/>
            <p:nvPr/>
          </p:nvGrpSpPr>
          <p:grpSpPr>
            <a:xfrm>
              <a:off x="4780389" y="2513201"/>
              <a:ext cx="5036265" cy="4113315"/>
              <a:chOff x="4673664" y="2214101"/>
              <a:chExt cx="5036265" cy="4113315"/>
            </a:xfrm>
          </p:grpSpPr>
          <p:sp>
            <p:nvSpPr>
              <p:cNvPr id="10" name="Google Shape;1050;p29">
                <a:extLst>
                  <a:ext uri="{FF2B5EF4-FFF2-40B4-BE49-F238E27FC236}">
                    <a16:creationId xmlns:a16="http://schemas.microsoft.com/office/drawing/2014/main" id="{59DA83CA-3B15-017C-8DF2-4F2163BF48A2}"/>
                  </a:ext>
                </a:extLst>
              </p:cNvPr>
              <p:cNvSpPr/>
              <p:nvPr/>
            </p:nvSpPr>
            <p:spPr>
              <a:xfrm rot="157512">
                <a:off x="9047033" y="4559649"/>
                <a:ext cx="57072" cy="57047"/>
              </a:xfrm>
              <a:custGeom>
                <a:avLst/>
                <a:gdLst/>
                <a:ahLst/>
                <a:cxnLst/>
                <a:rect l="l" t="t" r="r" b="b"/>
                <a:pathLst>
                  <a:path w="2283" h="2282" extrusionOk="0">
                    <a:moveTo>
                      <a:pt x="1141" y="1"/>
                    </a:moveTo>
                    <a:cubicBezTo>
                      <a:pt x="511" y="1"/>
                      <a:pt x="0" y="512"/>
                      <a:pt x="0" y="1142"/>
                    </a:cubicBezTo>
                    <a:cubicBezTo>
                      <a:pt x="0" y="1771"/>
                      <a:pt x="511" y="2282"/>
                      <a:pt x="1141" y="2282"/>
                    </a:cubicBezTo>
                    <a:cubicBezTo>
                      <a:pt x="1771" y="2282"/>
                      <a:pt x="2282" y="1771"/>
                      <a:pt x="2282" y="1142"/>
                    </a:cubicBezTo>
                    <a:cubicBezTo>
                      <a:pt x="2282" y="512"/>
                      <a:pt x="1771" y="1"/>
                      <a:pt x="11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1" name="Google Shape;1051;p29">
                <a:extLst>
                  <a:ext uri="{FF2B5EF4-FFF2-40B4-BE49-F238E27FC236}">
                    <a16:creationId xmlns:a16="http://schemas.microsoft.com/office/drawing/2014/main" id="{4C2B9D4E-8113-4D1C-4F31-4D46DDF6C105}"/>
                  </a:ext>
                </a:extLst>
              </p:cNvPr>
              <p:cNvGrpSpPr/>
              <p:nvPr/>
            </p:nvGrpSpPr>
            <p:grpSpPr>
              <a:xfrm>
                <a:off x="4673664" y="2214101"/>
                <a:ext cx="5036265" cy="4113315"/>
                <a:chOff x="4673664" y="2214101"/>
                <a:chExt cx="5036265" cy="4113315"/>
              </a:xfrm>
            </p:grpSpPr>
            <p:grpSp>
              <p:nvGrpSpPr>
                <p:cNvPr id="12" name="Google Shape;1052;p29">
                  <a:extLst>
                    <a:ext uri="{FF2B5EF4-FFF2-40B4-BE49-F238E27FC236}">
                      <a16:creationId xmlns:a16="http://schemas.microsoft.com/office/drawing/2014/main" id="{5518D487-92D6-9F18-3217-EF398E587184}"/>
                    </a:ext>
                  </a:extLst>
                </p:cNvPr>
                <p:cNvGrpSpPr/>
                <p:nvPr/>
              </p:nvGrpSpPr>
              <p:grpSpPr>
                <a:xfrm>
                  <a:off x="4673664" y="2214101"/>
                  <a:ext cx="5036265" cy="4113315"/>
                  <a:chOff x="3825164" y="427026"/>
                  <a:chExt cx="5036265" cy="4113315"/>
                </a:xfrm>
              </p:grpSpPr>
              <p:sp>
                <p:nvSpPr>
                  <p:cNvPr id="21" name="Google Shape;1053;p29">
                    <a:extLst>
                      <a:ext uri="{FF2B5EF4-FFF2-40B4-BE49-F238E27FC236}">
                        <a16:creationId xmlns:a16="http://schemas.microsoft.com/office/drawing/2014/main" id="{F6305B8D-DFAA-AAE6-3D3E-C22270C46015}"/>
                      </a:ext>
                    </a:extLst>
                  </p:cNvPr>
                  <p:cNvSpPr/>
                  <p:nvPr/>
                </p:nvSpPr>
                <p:spPr>
                  <a:xfrm rot="157512">
                    <a:off x="6915828" y="473247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2" name="Google Shape;1054;p29">
                    <a:extLst>
                      <a:ext uri="{FF2B5EF4-FFF2-40B4-BE49-F238E27FC236}">
                        <a16:creationId xmlns:a16="http://schemas.microsoft.com/office/drawing/2014/main" id="{C98B48B0-F4CA-E541-760B-7BBC7DA04965}"/>
                      </a:ext>
                    </a:extLst>
                  </p:cNvPr>
                  <p:cNvSpPr/>
                  <p:nvPr/>
                </p:nvSpPr>
                <p:spPr>
                  <a:xfrm rot="157512">
                    <a:off x="7541687" y="457392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3" name="Google Shape;1055;p29">
                    <a:extLst>
                      <a:ext uri="{FF2B5EF4-FFF2-40B4-BE49-F238E27FC236}">
                        <a16:creationId xmlns:a16="http://schemas.microsoft.com/office/drawing/2014/main" id="{03BF86B8-BE91-9B73-0099-096028EFA1D7}"/>
                      </a:ext>
                    </a:extLst>
                  </p:cNvPr>
                  <p:cNvSpPr/>
                  <p:nvPr/>
                </p:nvSpPr>
                <p:spPr>
                  <a:xfrm rot="157512">
                    <a:off x="8167572" y="441537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" name="Google Shape;1056;p29">
                    <a:extLst>
                      <a:ext uri="{FF2B5EF4-FFF2-40B4-BE49-F238E27FC236}">
                        <a16:creationId xmlns:a16="http://schemas.microsoft.com/office/drawing/2014/main" id="{CF83E485-3D81-E400-5D36-9A87C6751447}"/>
                      </a:ext>
                    </a:extLst>
                  </p:cNvPr>
                  <p:cNvSpPr/>
                  <p:nvPr/>
                </p:nvSpPr>
                <p:spPr>
                  <a:xfrm rot="157512">
                    <a:off x="7242491" y="100735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5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5" name="Google Shape;1057;p29">
                    <a:extLst>
                      <a:ext uri="{FF2B5EF4-FFF2-40B4-BE49-F238E27FC236}">
                        <a16:creationId xmlns:a16="http://schemas.microsoft.com/office/drawing/2014/main" id="{F8FEDCC7-F697-C90E-C0AA-458C85CDF5AC}"/>
                      </a:ext>
                    </a:extLst>
                  </p:cNvPr>
                  <p:cNvSpPr/>
                  <p:nvPr/>
                </p:nvSpPr>
                <p:spPr>
                  <a:xfrm rot="157512">
                    <a:off x="7868375" y="991501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" name="Google Shape;1058;p29">
                    <a:extLst>
                      <a:ext uri="{FF2B5EF4-FFF2-40B4-BE49-F238E27FC236}">
                        <a16:creationId xmlns:a16="http://schemas.microsoft.com/office/drawing/2014/main" id="{1FF587DB-F0E0-6BED-AB62-44396D2AB696}"/>
                      </a:ext>
                    </a:extLst>
                  </p:cNvPr>
                  <p:cNvSpPr/>
                  <p:nvPr/>
                </p:nvSpPr>
                <p:spPr>
                  <a:xfrm rot="157512">
                    <a:off x="6943294" y="1557320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5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" name="Google Shape;1059;p29">
                    <a:extLst>
                      <a:ext uri="{FF2B5EF4-FFF2-40B4-BE49-F238E27FC236}">
                        <a16:creationId xmlns:a16="http://schemas.microsoft.com/office/drawing/2014/main" id="{E13152B8-CE9F-6212-45ED-E6B222A1C4AD}"/>
                      </a:ext>
                    </a:extLst>
                  </p:cNvPr>
                  <p:cNvSpPr/>
                  <p:nvPr/>
                </p:nvSpPr>
                <p:spPr>
                  <a:xfrm rot="157512">
                    <a:off x="7569154" y="1541466"/>
                    <a:ext cx="650217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4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8" name="Google Shape;1060;p29">
                    <a:extLst>
                      <a:ext uri="{FF2B5EF4-FFF2-40B4-BE49-F238E27FC236}">
                        <a16:creationId xmlns:a16="http://schemas.microsoft.com/office/drawing/2014/main" id="{F4593FEE-CDB2-C78D-1483-95F0126907AB}"/>
                      </a:ext>
                    </a:extLst>
                  </p:cNvPr>
                  <p:cNvSpPr/>
                  <p:nvPr/>
                </p:nvSpPr>
                <p:spPr>
                  <a:xfrm rot="157512">
                    <a:off x="8195039" y="1525586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9" name="Google Shape;1061;p29">
                    <a:extLst>
                      <a:ext uri="{FF2B5EF4-FFF2-40B4-BE49-F238E27FC236}">
                        <a16:creationId xmlns:a16="http://schemas.microsoft.com/office/drawing/2014/main" id="{ACB63C43-B71E-647B-D129-9C6135518691}"/>
                      </a:ext>
                    </a:extLst>
                  </p:cNvPr>
                  <p:cNvSpPr/>
                  <p:nvPr/>
                </p:nvSpPr>
                <p:spPr>
                  <a:xfrm rot="157512">
                    <a:off x="4140535" y="2170703"/>
                    <a:ext cx="65021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0"/>
                        </a:lnTo>
                        <a:lnTo>
                          <a:pt x="1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0" name="Google Shape;1062;p29">
                    <a:extLst>
                      <a:ext uri="{FF2B5EF4-FFF2-40B4-BE49-F238E27FC236}">
                        <a16:creationId xmlns:a16="http://schemas.microsoft.com/office/drawing/2014/main" id="{6DD1F577-1279-7E51-5A1D-76FF00C91C9E}"/>
                      </a:ext>
                    </a:extLst>
                  </p:cNvPr>
                  <p:cNvSpPr/>
                  <p:nvPr/>
                </p:nvSpPr>
                <p:spPr>
                  <a:xfrm rot="157512">
                    <a:off x="4766419" y="215484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1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4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1" name="Google Shape;1063;p29">
                    <a:extLst>
                      <a:ext uri="{FF2B5EF4-FFF2-40B4-BE49-F238E27FC236}">
                        <a16:creationId xmlns:a16="http://schemas.microsoft.com/office/drawing/2014/main" id="{E0FC23B4-2BA2-8AA2-E1D9-845716FA169D}"/>
                      </a:ext>
                    </a:extLst>
                  </p:cNvPr>
                  <p:cNvSpPr/>
                  <p:nvPr/>
                </p:nvSpPr>
                <p:spPr>
                  <a:xfrm rot="157512">
                    <a:off x="5392303" y="2138993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2" name="Google Shape;1064;p29">
                    <a:extLst>
                      <a:ext uri="{FF2B5EF4-FFF2-40B4-BE49-F238E27FC236}">
                        <a16:creationId xmlns:a16="http://schemas.microsoft.com/office/drawing/2014/main" id="{66160FD1-4F1B-D8B6-0FE2-68FD99422E23}"/>
                      </a:ext>
                    </a:extLst>
                  </p:cNvPr>
                  <p:cNvSpPr/>
                  <p:nvPr/>
                </p:nvSpPr>
                <p:spPr>
                  <a:xfrm rot="157512">
                    <a:off x="6018188" y="2123139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3" name="Google Shape;1065;p29">
                    <a:extLst>
                      <a:ext uri="{FF2B5EF4-FFF2-40B4-BE49-F238E27FC236}">
                        <a16:creationId xmlns:a16="http://schemas.microsoft.com/office/drawing/2014/main" id="{C760789E-A2A0-ACB1-8B2F-1852CCC4D2D7}"/>
                      </a:ext>
                    </a:extLst>
                  </p:cNvPr>
                  <p:cNvSpPr/>
                  <p:nvPr/>
                </p:nvSpPr>
                <p:spPr>
                  <a:xfrm rot="157512">
                    <a:off x="6644073" y="2107259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8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4" name="Google Shape;1066;p29">
                    <a:extLst>
                      <a:ext uri="{FF2B5EF4-FFF2-40B4-BE49-F238E27FC236}">
                        <a16:creationId xmlns:a16="http://schemas.microsoft.com/office/drawing/2014/main" id="{0B7A7375-F40B-A4E3-79D4-743C3624B9FF}"/>
                      </a:ext>
                    </a:extLst>
                  </p:cNvPr>
                  <p:cNvSpPr/>
                  <p:nvPr/>
                </p:nvSpPr>
                <p:spPr>
                  <a:xfrm rot="157512">
                    <a:off x="7269957" y="2091430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5" name="Google Shape;1067;p29">
                    <a:extLst>
                      <a:ext uri="{FF2B5EF4-FFF2-40B4-BE49-F238E27FC236}">
                        <a16:creationId xmlns:a16="http://schemas.microsoft.com/office/drawing/2014/main" id="{1F180744-EC5E-377D-150F-CF299AD2AD0F}"/>
                      </a:ext>
                    </a:extLst>
                  </p:cNvPr>
                  <p:cNvSpPr/>
                  <p:nvPr/>
                </p:nvSpPr>
                <p:spPr>
                  <a:xfrm rot="157512">
                    <a:off x="7895842" y="2075550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9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6" name="Google Shape;1068;p29">
                    <a:extLst>
                      <a:ext uri="{FF2B5EF4-FFF2-40B4-BE49-F238E27FC236}">
                        <a16:creationId xmlns:a16="http://schemas.microsoft.com/office/drawing/2014/main" id="{33B816AD-B345-A781-77D4-296CA53709DF}"/>
                      </a:ext>
                    </a:extLst>
                  </p:cNvPr>
                  <p:cNvSpPr/>
                  <p:nvPr/>
                </p:nvSpPr>
                <p:spPr>
                  <a:xfrm rot="157512">
                    <a:off x="3841337" y="272066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5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7" name="Google Shape;1069;p29">
                    <a:extLst>
                      <a:ext uri="{FF2B5EF4-FFF2-40B4-BE49-F238E27FC236}">
                        <a16:creationId xmlns:a16="http://schemas.microsoft.com/office/drawing/2014/main" id="{A604552E-2BE1-AB7C-F69A-60E5B53C980D}"/>
                      </a:ext>
                    </a:extLst>
                  </p:cNvPr>
                  <p:cNvSpPr/>
                  <p:nvPr/>
                </p:nvSpPr>
                <p:spPr>
                  <a:xfrm rot="157512">
                    <a:off x="4467198" y="2704787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3"/>
                        </a:lnTo>
                        <a:lnTo>
                          <a:pt x="1030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8" name="Google Shape;1070;p29">
                    <a:extLst>
                      <a:ext uri="{FF2B5EF4-FFF2-40B4-BE49-F238E27FC236}">
                        <a16:creationId xmlns:a16="http://schemas.microsoft.com/office/drawing/2014/main" id="{1571E13A-FF71-A6A8-07AA-0A79DF27881E}"/>
                      </a:ext>
                    </a:extLst>
                  </p:cNvPr>
                  <p:cNvSpPr/>
                  <p:nvPr/>
                </p:nvSpPr>
                <p:spPr>
                  <a:xfrm rot="157512">
                    <a:off x="5093107" y="268895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9" name="Google Shape;1071;p29">
                    <a:extLst>
                      <a:ext uri="{FF2B5EF4-FFF2-40B4-BE49-F238E27FC236}">
                        <a16:creationId xmlns:a16="http://schemas.microsoft.com/office/drawing/2014/main" id="{D7BBCB62-98F0-E2E0-E8DF-B92351A2BF0F}"/>
                      </a:ext>
                    </a:extLst>
                  </p:cNvPr>
                  <p:cNvSpPr/>
                  <p:nvPr/>
                </p:nvSpPr>
                <p:spPr>
                  <a:xfrm rot="157512">
                    <a:off x="5718992" y="2673103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0" name="Google Shape;1072;p29">
                    <a:extLst>
                      <a:ext uri="{FF2B5EF4-FFF2-40B4-BE49-F238E27FC236}">
                        <a16:creationId xmlns:a16="http://schemas.microsoft.com/office/drawing/2014/main" id="{5129C19F-BDA2-BEA5-2699-F0EB65A0F7E5}"/>
                      </a:ext>
                    </a:extLst>
                  </p:cNvPr>
                  <p:cNvSpPr/>
                  <p:nvPr/>
                </p:nvSpPr>
                <p:spPr>
                  <a:xfrm rot="157512">
                    <a:off x="6344876" y="2657223"/>
                    <a:ext cx="65016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5" y="1"/>
                        </a:lnTo>
                        <a:lnTo>
                          <a:pt x="0" y="8103"/>
                        </a:lnTo>
                        <a:lnTo>
                          <a:pt x="1028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1" name="Google Shape;1073;p29">
                    <a:extLst>
                      <a:ext uri="{FF2B5EF4-FFF2-40B4-BE49-F238E27FC236}">
                        <a16:creationId xmlns:a16="http://schemas.microsoft.com/office/drawing/2014/main" id="{AF4728A5-6D61-56F8-10FB-6D1ACEA405E0}"/>
                      </a:ext>
                    </a:extLst>
                  </p:cNvPr>
                  <p:cNvSpPr/>
                  <p:nvPr/>
                </p:nvSpPr>
                <p:spPr>
                  <a:xfrm rot="157512">
                    <a:off x="6970736" y="2641369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2" name="Google Shape;1074;p29">
                    <a:extLst>
                      <a:ext uri="{FF2B5EF4-FFF2-40B4-BE49-F238E27FC236}">
                        <a16:creationId xmlns:a16="http://schemas.microsoft.com/office/drawing/2014/main" id="{3B5B088A-5DDB-464A-8953-8B740B94756A}"/>
                      </a:ext>
                    </a:extLst>
                  </p:cNvPr>
                  <p:cNvSpPr/>
                  <p:nvPr/>
                </p:nvSpPr>
                <p:spPr>
                  <a:xfrm rot="157512">
                    <a:off x="4168001" y="3254751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4"/>
                        </a:moveTo>
                        <a:lnTo>
                          <a:pt x="24980" y="6322"/>
                        </a:lnTo>
                        <a:lnTo>
                          <a:pt x="11977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3" name="Google Shape;1075;p29">
                    <a:extLst>
                      <a:ext uri="{FF2B5EF4-FFF2-40B4-BE49-F238E27FC236}">
                        <a16:creationId xmlns:a16="http://schemas.microsoft.com/office/drawing/2014/main" id="{823094C2-E243-C37C-AB70-ADB3CCF97CB9}"/>
                      </a:ext>
                    </a:extLst>
                  </p:cNvPr>
                  <p:cNvSpPr/>
                  <p:nvPr/>
                </p:nvSpPr>
                <p:spPr>
                  <a:xfrm rot="157512">
                    <a:off x="4793885" y="3238896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7" y="0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4" name="Google Shape;1076;p29">
                    <a:extLst>
                      <a:ext uri="{FF2B5EF4-FFF2-40B4-BE49-F238E27FC236}">
                        <a16:creationId xmlns:a16="http://schemas.microsoft.com/office/drawing/2014/main" id="{38FA00A9-AEE3-3E4C-2AAD-9A2F4EF10BFC}"/>
                      </a:ext>
                    </a:extLst>
                  </p:cNvPr>
                  <p:cNvSpPr/>
                  <p:nvPr/>
                </p:nvSpPr>
                <p:spPr>
                  <a:xfrm rot="157512">
                    <a:off x="5419770" y="3223067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1" y="6320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5" name="Google Shape;1077;p29">
                    <a:extLst>
                      <a:ext uri="{FF2B5EF4-FFF2-40B4-BE49-F238E27FC236}">
                        <a16:creationId xmlns:a16="http://schemas.microsoft.com/office/drawing/2014/main" id="{EDC68488-165F-F741-E717-FAC09E9491FF}"/>
                      </a:ext>
                    </a:extLst>
                  </p:cNvPr>
                  <p:cNvSpPr/>
                  <p:nvPr/>
                </p:nvSpPr>
                <p:spPr>
                  <a:xfrm rot="157512">
                    <a:off x="6045654" y="320718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6" name="Google Shape;1078;p29">
                    <a:extLst>
                      <a:ext uri="{FF2B5EF4-FFF2-40B4-BE49-F238E27FC236}">
                        <a16:creationId xmlns:a16="http://schemas.microsoft.com/office/drawing/2014/main" id="{187E2DAF-C51F-FA58-82AE-99A4435D00DF}"/>
                      </a:ext>
                    </a:extLst>
                  </p:cNvPr>
                  <p:cNvSpPr/>
                  <p:nvPr/>
                </p:nvSpPr>
                <p:spPr>
                  <a:xfrm rot="157512">
                    <a:off x="3868779" y="3804714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4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2"/>
                        </a:lnTo>
                        <a:lnTo>
                          <a:pt x="1030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7" name="Google Shape;1079;p29">
                    <a:extLst>
                      <a:ext uri="{FF2B5EF4-FFF2-40B4-BE49-F238E27FC236}">
                        <a16:creationId xmlns:a16="http://schemas.microsoft.com/office/drawing/2014/main" id="{14D78F27-2B91-24E6-BCC3-F800A83E8271}"/>
                      </a:ext>
                    </a:extLst>
                  </p:cNvPr>
                  <p:cNvSpPr/>
                  <p:nvPr/>
                </p:nvSpPr>
                <p:spPr>
                  <a:xfrm rot="157512">
                    <a:off x="4494689" y="3788860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8" name="Google Shape;1080;p29">
                    <a:extLst>
                      <a:ext uri="{FF2B5EF4-FFF2-40B4-BE49-F238E27FC236}">
                        <a16:creationId xmlns:a16="http://schemas.microsoft.com/office/drawing/2014/main" id="{7822A808-7884-99B2-3C6A-E8931D449622}"/>
                      </a:ext>
                    </a:extLst>
                  </p:cNvPr>
                  <p:cNvSpPr/>
                  <p:nvPr/>
                </p:nvSpPr>
                <p:spPr>
                  <a:xfrm rot="157512">
                    <a:off x="5120574" y="377300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13" name="Google Shape;1081;p29">
                  <a:extLst>
                    <a:ext uri="{FF2B5EF4-FFF2-40B4-BE49-F238E27FC236}">
                      <a16:creationId xmlns:a16="http://schemas.microsoft.com/office/drawing/2014/main" id="{BEC893B0-0A2D-2A84-403D-DC57F8EC2479}"/>
                    </a:ext>
                  </a:extLst>
                </p:cNvPr>
                <p:cNvSpPr/>
                <p:nvPr/>
              </p:nvSpPr>
              <p:spPr>
                <a:xfrm rot="157512">
                  <a:off x="6228998" y="4446717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1"/>
                        <a:pt x="1142" y="2281"/>
                      </a:cubicBezTo>
                      <a:cubicBezTo>
                        <a:pt x="1772" y="2281"/>
                        <a:pt x="2283" y="1772"/>
                        <a:pt x="2283" y="1141"/>
                      </a:cubicBezTo>
                      <a:cubicBezTo>
                        <a:pt x="2283" y="511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" name="Google Shape;1082;p29">
                  <a:extLst>
                    <a:ext uri="{FF2B5EF4-FFF2-40B4-BE49-F238E27FC236}">
                      <a16:creationId xmlns:a16="http://schemas.microsoft.com/office/drawing/2014/main" id="{9A0B21C2-56F7-C7F1-F752-85FF22448847}"/>
                    </a:ext>
                  </a:extLst>
                </p:cNvPr>
                <p:cNvSpPr/>
                <p:nvPr/>
              </p:nvSpPr>
              <p:spPr>
                <a:xfrm rot="157512">
                  <a:off x="9351770" y="4005108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1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2"/>
                        <a:pt x="511" y="2282"/>
                        <a:pt x="1141" y="2282"/>
                      </a:cubicBezTo>
                      <a:cubicBezTo>
                        <a:pt x="1771" y="2282"/>
                        <a:pt x="2281" y="1772"/>
                        <a:pt x="2281" y="1141"/>
                      </a:cubicBezTo>
                      <a:cubicBezTo>
                        <a:pt x="2281" y="511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" name="Google Shape;1083;p29">
                  <a:extLst>
                    <a:ext uri="{FF2B5EF4-FFF2-40B4-BE49-F238E27FC236}">
                      <a16:creationId xmlns:a16="http://schemas.microsoft.com/office/drawing/2014/main" id="{590B6E2D-8D5A-4658-3E7F-880AB075E2AF}"/>
                    </a:ext>
                  </a:extLst>
                </p:cNvPr>
                <p:cNvSpPr/>
                <p:nvPr/>
              </p:nvSpPr>
              <p:spPr>
                <a:xfrm rot="157512">
                  <a:off x="8403706" y="3847890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" name="Google Shape;1084;p29">
                  <a:extLst>
                    <a:ext uri="{FF2B5EF4-FFF2-40B4-BE49-F238E27FC236}">
                      <a16:creationId xmlns:a16="http://schemas.microsoft.com/office/drawing/2014/main" id="{12E370FE-367F-BA07-E3C0-3FE4228A7A6F}"/>
                    </a:ext>
                  </a:extLst>
                </p:cNvPr>
                <p:cNvSpPr/>
                <p:nvPr/>
              </p:nvSpPr>
              <p:spPr>
                <a:xfrm rot="157512">
                  <a:off x="8124633" y="5115580"/>
                  <a:ext cx="57047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2" extrusionOk="0">
                      <a:moveTo>
                        <a:pt x="1140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1"/>
                        <a:pt x="510" y="2281"/>
                        <a:pt x="1140" y="2281"/>
                      </a:cubicBezTo>
                      <a:cubicBezTo>
                        <a:pt x="1771" y="2281"/>
                        <a:pt x="2281" y="1771"/>
                        <a:pt x="2281" y="1141"/>
                      </a:cubicBezTo>
                      <a:cubicBezTo>
                        <a:pt x="2281" y="511"/>
                        <a:pt x="1771" y="0"/>
                        <a:pt x="114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" name="Google Shape;1085;p29">
                  <a:extLst>
                    <a:ext uri="{FF2B5EF4-FFF2-40B4-BE49-F238E27FC236}">
                      <a16:creationId xmlns:a16="http://schemas.microsoft.com/office/drawing/2014/main" id="{F2423D72-7C0F-DD2B-E62A-801C8A621C86}"/>
                    </a:ext>
                  </a:extLst>
                </p:cNvPr>
                <p:cNvSpPr/>
                <p:nvPr/>
              </p:nvSpPr>
              <p:spPr>
                <a:xfrm rot="157512">
                  <a:off x="6574005" y="5703526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" name="Google Shape;1086;p29">
                  <a:extLst>
                    <a:ext uri="{FF2B5EF4-FFF2-40B4-BE49-F238E27FC236}">
                      <a16:creationId xmlns:a16="http://schemas.microsoft.com/office/drawing/2014/main" id="{99B4B3C4-BF3A-2EC9-BDAC-B2F556C14540}"/>
                    </a:ext>
                  </a:extLst>
                </p:cNvPr>
                <p:cNvSpPr/>
                <p:nvPr/>
              </p:nvSpPr>
              <p:spPr>
                <a:xfrm rot="157512">
                  <a:off x="5957267" y="6080755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0"/>
                      </a:moveTo>
                      <a:cubicBezTo>
                        <a:pt x="511" y="0"/>
                        <a:pt x="0" y="510"/>
                        <a:pt x="0" y="1140"/>
                      </a:cubicBezTo>
                      <a:cubicBezTo>
                        <a:pt x="0" y="1770"/>
                        <a:pt x="511" y="2281"/>
                        <a:pt x="1141" y="2281"/>
                      </a:cubicBezTo>
                      <a:cubicBezTo>
                        <a:pt x="1771" y="2281"/>
                        <a:pt x="2282" y="1770"/>
                        <a:pt x="2282" y="1140"/>
                      </a:cubicBezTo>
                      <a:cubicBezTo>
                        <a:pt x="2282" y="510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" name="Google Shape;1087;p29">
                  <a:extLst>
                    <a:ext uri="{FF2B5EF4-FFF2-40B4-BE49-F238E27FC236}">
                      <a16:creationId xmlns:a16="http://schemas.microsoft.com/office/drawing/2014/main" id="{D85AFFD1-02CD-534D-28F6-5E08061CCAAC}"/>
                    </a:ext>
                  </a:extLst>
                </p:cNvPr>
                <p:cNvSpPr/>
                <p:nvPr/>
              </p:nvSpPr>
              <p:spPr>
                <a:xfrm rot="157512">
                  <a:off x="5929801" y="4996682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1" y="0"/>
                        <a:pt x="1" y="510"/>
                        <a:pt x="1" y="1140"/>
                      </a:cubicBezTo>
                      <a:cubicBezTo>
                        <a:pt x="1" y="1771"/>
                        <a:pt x="511" y="2281"/>
                        <a:pt x="1142" y="2281"/>
                      </a:cubicBezTo>
                      <a:cubicBezTo>
                        <a:pt x="1772" y="2281"/>
                        <a:pt x="2283" y="1771"/>
                        <a:pt x="2283" y="1140"/>
                      </a:cubicBezTo>
                      <a:cubicBezTo>
                        <a:pt x="2283" y="510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" name="Google Shape;1088;p29">
                  <a:extLst>
                    <a:ext uri="{FF2B5EF4-FFF2-40B4-BE49-F238E27FC236}">
                      <a16:creationId xmlns:a16="http://schemas.microsoft.com/office/drawing/2014/main" id="{D247614B-8DDA-583A-AD8C-CD16FCC67732}"/>
                    </a:ext>
                  </a:extLst>
                </p:cNvPr>
                <p:cNvSpPr/>
                <p:nvPr/>
              </p:nvSpPr>
              <p:spPr>
                <a:xfrm rot="157512">
                  <a:off x="9015730" y="3465389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2"/>
                        <a:pt x="1142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7" name="Google Shape;1089;p29">
              <a:extLst>
                <a:ext uri="{FF2B5EF4-FFF2-40B4-BE49-F238E27FC236}">
                  <a16:creationId xmlns:a16="http://schemas.microsoft.com/office/drawing/2014/main" id="{DCAC08B7-CC00-B42E-6A9A-F1DF5B447F79}"/>
                </a:ext>
              </a:extLst>
            </p:cNvPr>
            <p:cNvSpPr/>
            <p:nvPr/>
          </p:nvSpPr>
          <p:spPr>
            <a:xfrm rot="157512">
              <a:off x="8799542" y="3225845"/>
              <a:ext cx="57022" cy="57072"/>
            </a:xfrm>
            <a:custGeom>
              <a:avLst/>
              <a:gdLst/>
              <a:ahLst/>
              <a:cxnLst/>
              <a:rect l="l" t="t" r="r" b="b"/>
              <a:pathLst>
                <a:path w="2281" h="2283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1090;p29">
              <a:extLst>
                <a:ext uri="{FF2B5EF4-FFF2-40B4-BE49-F238E27FC236}">
                  <a16:creationId xmlns:a16="http://schemas.microsoft.com/office/drawing/2014/main" id="{0ABF2AD6-8F31-D7D1-D6EF-EAD81AFA9D19}"/>
                </a:ext>
              </a:extLst>
            </p:cNvPr>
            <p:cNvSpPr/>
            <p:nvPr/>
          </p:nvSpPr>
          <p:spPr>
            <a:xfrm rot="157512">
              <a:off x="5710335" y="4761896"/>
              <a:ext cx="57072" cy="57072"/>
            </a:xfrm>
            <a:custGeom>
              <a:avLst/>
              <a:gdLst/>
              <a:ahLst/>
              <a:cxnLst/>
              <a:rect l="l" t="t" r="r" b="b"/>
              <a:pathLst>
                <a:path w="2283" h="2283" extrusionOk="0">
                  <a:moveTo>
                    <a:pt x="1141" y="1"/>
                  </a:moveTo>
                  <a:cubicBezTo>
                    <a:pt x="511" y="1"/>
                    <a:pt x="0" y="511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2" y="1772"/>
                    <a:pt x="2282" y="1142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1091;p29">
              <a:extLst>
                <a:ext uri="{FF2B5EF4-FFF2-40B4-BE49-F238E27FC236}">
                  <a16:creationId xmlns:a16="http://schemas.microsoft.com/office/drawing/2014/main" id="{F42C2199-4D43-772B-64A5-958C142D9CEC}"/>
                </a:ext>
              </a:extLst>
            </p:cNvPr>
            <p:cNvSpPr/>
            <p:nvPr/>
          </p:nvSpPr>
          <p:spPr>
            <a:xfrm rot="157512">
              <a:off x="7885492" y="4168682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1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2" y="2281"/>
                    <a:pt x="2281" y="1770"/>
                    <a:pt x="2281" y="1141"/>
                  </a:cubicBezTo>
                  <a:cubicBezTo>
                    <a:pt x="2281" y="511"/>
                    <a:pt x="1772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49" name="Google Shape;1590;p45">
            <a:extLst>
              <a:ext uri="{FF2B5EF4-FFF2-40B4-BE49-F238E27FC236}">
                <a16:creationId xmlns:a16="http://schemas.microsoft.com/office/drawing/2014/main" id="{D85B2924-8D7C-E5DF-711A-B3F55E05FD8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22009" r="18455"/>
          <a:stretch/>
        </p:blipFill>
        <p:spPr>
          <a:xfrm rot="-3282827">
            <a:off x="531678" y="962569"/>
            <a:ext cx="652202" cy="6162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0" name="Google Shape;1584;p45">
            <a:extLst>
              <a:ext uri="{FF2B5EF4-FFF2-40B4-BE49-F238E27FC236}">
                <a16:creationId xmlns:a16="http://schemas.microsoft.com/office/drawing/2014/main" id="{92B674E9-3785-85A4-AF36-676DC82DD910}"/>
              </a:ext>
            </a:extLst>
          </p:cNvPr>
          <p:cNvGrpSpPr/>
          <p:nvPr/>
        </p:nvGrpSpPr>
        <p:grpSpPr>
          <a:xfrm>
            <a:off x="8086050" y="2917325"/>
            <a:ext cx="76825" cy="76800"/>
            <a:chOff x="3104875" y="1099400"/>
            <a:chExt cx="76825" cy="76800"/>
          </a:xfrm>
        </p:grpSpPr>
        <p:sp>
          <p:nvSpPr>
            <p:cNvPr id="51" name="Google Shape;1585;p45">
              <a:extLst>
                <a:ext uri="{FF2B5EF4-FFF2-40B4-BE49-F238E27FC236}">
                  <a16:creationId xmlns:a16="http://schemas.microsoft.com/office/drawing/2014/main" id="{5936B0B5-7BD3-C001-ED93-C63908166852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1586;p45">
              <a:extLst>
                <a:ext uri="{FF2B5EF4-FFF2-40B4-BE49-F238E27FC236}">
                  <a16:creationId xmlns:a16="http://schemas.microsoft.com/office/drawing/2014/main" id="{25FA2ECE-3FE2-3F07-D7AE-FF6948DE2440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4" name="Textfeld 53">
            <a:extLst>
              <a:ext uri="{FF2B5EF4-FFF2-40B4-BE49-F238E27FC236}">
                <a16:creationId xmlns:a16="http://schemas.microsoft.com/office/drawing/2014/main" id="{838094A4-AA76-5467-336E-17BA4B0EE3F1}"/>
              </a:ext>
            </a:extLst>
          </p:cNvPr>
          <p:cNvSpPr txBox="1"/>
          <p:nvPr/>
        </p:nvSpPr>
        <p:spPr>
          <a:xfrm>
            <a:off x="687686" y="461496"/>
            <a:ext cx="3383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800" b="1" dirty="0">
                <a:solidFill>
                  <a:schemeClr val="accent6"/>
                </a:solidFill>
                <a:latin typeface="Montserrat" panose="00000500000000000000" pitchFamily="2" charset="0"/>
              </a:rPr>
              <a:t>Technische Limits</a:t>
            </a:r>
          </a:p>
        </p:txBody>
      </p:sp>
    </p:spTree>
    <p:extLst>
      <p:ext uri="{BB962C8B-B14F-4D97-AF65-F5344CB8AC3E}">
        <p14:creationId xmlns:p14="http://schemas.microsoft.com/office/powerpoint/2010/main" val="14690304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2">
          <a:extLst>
            <a:ext uri="{FF2B5EF4-FFF2-40B4-BE49-F238E27FC236}">
              <a16:creationId xmlns:a16="http://schemas.microsoft.com/office/drawing/2014/main" id="{416C9DA7-9105-32EB-5860-675BB653B5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3" name="Google Shape;1383;p40">
            <a:extLst>
              <a:ext uri="{FF2B5EF4-FFF2-40B4-BE49-F238E27FC236}">
                <a16:creationId xmlns:a16="http://schemas.microsoft.com/office/drawing/2014/main" id="{43EC0A90-B378-125E-08C0-C4C032C8DD12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719999" y="1496250"/>
            <a:ext cx="149186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  <p:pic>
        <p:nvPicPr>
          <p:cNvPr id="1385" name="Google Shape;1385;p40">
            <a:extLst>
              <a:ext uri="{FF2B5EF4-FFF2-40B4-BE49-F238E27FC236}">
                <a16:creationId xmlns:a16="http://schemas.microsoft.com/office/drawing/2014/main" id="{30BAF527-D63D-58FC-BE61-FA76F938B51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24331" t="5721" r="23342" b="4591"/>
          <a:stretch/>
        </p:blipFill>
        <p:spPr>
          <a:xfrm rot="2268302">
            <a:off x="7040137" y="2719387"/>
            <a:ext cx="1857374" cy="1790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6" name="Google Shape;1386;p40">
            <a:extLst>
              <a:ext uri="{FF2B5EF4-FFF2-40B4-BE49-F238E27FC236}">
                <a16:creationId xmlns:a16="http://schemas.microsoft.com/office/drawing/2014/main" id="{BBC4F143-D651-38E2-40D2-1648CB96328B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18647" t="7960" r="8852" b="8336"/>
          <a:stretch/>
        </p:blipFill>
        <p:spPr>
          <a:xfrm rot="-1406513">
            <a:off x="6447085" y="3651950"/>
            <a:ext cx="1175233" cy="7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7" name="Google Shape;1387;p40">
            <a:extLst>
              <a:ext uri="{FF2B5EF4-FFF2-40B4-BE49-F238E27FC236}">
                <a16:creationId xmlns:a16="http://schemas.microsoft.com/office/drawing/2014/main" id="{6903AC7B-7A0F-038C-CAC8-CBAB9D374388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l="25537" t="7152" r="23467" b="5838"/>
          <a:stretch/>
        </p:blipFill>
        <p:spPr>
          <a:xfrm>
            <a:off x="6035249" y="251825"/>
            <a:ext cx="1920000" cy="1842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8" name="Google Shape;1388;p40">
            <a:extLst>
              <a:ext uri="{FF2B5EF4-FFF2-40B4-BE49-F238E27FC236}">
                <a16:creationId xmlns:a16="http://schemas.microsoft.com/office/drawing/2014/main" id="{9B987EAD-7E46-0DDA-91DB-1C1E5693093B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 l="15236" r="10474"/>
          <a:stretch/>
        </p:blipFill>
        <p:spPr>
          <a:xfrm rot="1220421">
            <a:off x="4940349" y="553959"/>
            <a:ext cx="1552575" cy="1390851"/>
          </a:xfrm>
          <a:prstGeom prst="rect">
            <a:avLst/>
          </a:prstGeom>
          <a:noFill/>
          <a:ln>
            <a:noFill/>
          </a:ln>
        </p:spPr>
      </p:pic>
      <p:sp>
        <p:nvSpPr>
          <p:cNvPr id="1389" name="Google Shape;1389;p40">
            <a:extLst>
              <a:ext uri="{FF2B5EF4-FFF2-40B4-BE49-F238E27FC236}">
                <a16:creationId xmlns:a16="http://schemas.microsoft.com/office/drawing/2014/main" id="{E4DF3B77-BD9D-E589-0E85-969F29F8FE2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2384238"/>
            <a:ext cx="73518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Ergebnisse</a:t>
            </a:r>
            <a:endParaRPr dirty="0"/>
          </a:p>
        </p:txBody>
      </p:sp>
      <p:grpSp>
        <p:nvGrpSpPr>
          <p:cNvPr id="1390" name="Google Shape;1390;p40">
            <a:extLst>
              <a:ext uri="{FF2B5EF4-FFF2-40B4-BE49-F238E27FC236}">
                <a16:creationId xmlns:a16="http://schemas.microsoft.com/office/drawing/2014/main" id="{73309CA6-30C6-1424-B8E4-F30DF92BECAC}"/>
              </a:ext>
            </a:extLst>
          </p:cNvPr>
          <p:cNvGrpSpPr/>
          <p:nvPr/>
        </p:nvGrpSpPr>
        <p:grpSpPr>
          <a:xfrm>
            <a:off x="8219800" y="2094550"/>
            <a:ext cx="76825" cy="76800"/>
            <a:chOff x="3104875" y="1099400"/>
            <a:chExt cx="76825" cy="76800"/>
          </a:xfrm>
        </p:grpSpPr>
        <p:sp>
          <p:nvSpPr>
            <p:cNvPr id="1391" name="Google Shape;1391;p40">
              <a:extLst>
                <a:ext uri="{FF2B5EF4-FFF2-40B4-BE49-F238E27FC236}">
                  <a16:creationId xmlns:a16="http://schemas.microsoft.com/office/drawing/2014/main" id="{4297A71B-B12E-526D-2100-468B984B52C1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Google Shape;1392;p40">
              <a:extLst>
                <a:ext uri="{FF2B5EF4-FFF2-40B4-BE49-F238E27FC236}">
                  <a16:creationId xmlns:a16="http://schemas.microsoft.com/office/drawing/2014/main" id="{BB268D1E-7FFD-3D72-A7B4-FD1A5A9E0FB0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93" name="Google Shape;1393;p40">
            <a:extLst>
              <a:ext uri="{FF2B5EF4-FFF2-40B4-BE49-F238E27FC236}">
                <a16:creationId xmlns:a16="http://schemas.microsoft.com/office/drawing/2014/main" id="{2E20258E-9196-7AAE-6114-CC409094F40D}"/>
              </a:ext>
            </a:extLst>
          </p:cNvPr>
          <p:cNvGrpSpPr/>
          <p:nvPr/>
        </p:nvGrpSpPr>
        <p:grpSpPr>
          <a:xfrm rot="1891135">
            <a:off x="4266962" y="4210993"/>
            <a:ext cx="76828" cy="76803"/>
            <a:chOff x="3104875" y="1099400"/>
            <a:chExt cx="76825" cy="76800"/>
          </a:xfrm>
        </p:grpSpPr>
        <p:sp>
          <p:nvSpPr>
            <p:cNvPr id="1394" name="Google Shape;1394;p40">
              <a:extLst>
                <a:ext uri="{FF2B5EF4-FFF2-40B4-BE49-F238E27FC236}">
                  <a16:creationId xmlns:a16="http://schemas.microsoft.com/office/drawing/2014/main" id="{B950E7A0-0E71-C5D7-9D94-70C912E17238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Google Shape;1395;p40">
              <a:extLst>
                <a:ext uri="{FF2B5EF4-FFF2-40B4-BE49-F238E27FC236}">
                  <a16:creationId xmlns:a16="http://schemas.microsoft.com/office/drawing/2014/main" id="{159BAC5D-E663-976B-31C1-73DDFA7A1E78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96" name="Google Shape;1396;p40">
            <a:extLst>
              <a:ext uri="{FF2B5EF4-FFF2-40B4-BE49-F238E27FC236}">
                <a16:creationId xmlns:a16="http://schemas.microsoft.com/office/drawing/2014/main" id="{9B07E3D9-C1DA-875E-52BA-30B3B0D6BBAF}"/>
              </a:ext>
            </a:extLst>
          </p:cNvPr>
          <p:cNvGrpSpPr/>
          <p:nvPr/>
        </p:nvGrpSpPr>
        <p:grpSpPr>
          <a:xfrm>
            <a:off x="2400025" y="1210988"/>
            <a:ext cx="76825" cy="76800"/>
            <a:chOff x="3104875" y="1099400"/>
            <a:chExt cx="76825" cy="76800"/>
          </a:xfrm>
        </p:grpSpPr>
        <p:sp>
          <p:nvSpPr>
            <p:cNvPr id="1397" name="Google Shape;1397;p40">
              <a:extLst>
                <a:ext uri="{FF2B5EF4-FFF2-40B4-BE49-F238E27FC236}">
                  <a16:creationId xmlns:a16="http://schemas.microsoft.com/office/drawing/2014/main" id="{B3243437-4CD5-49E3-6C1A-D56AF5BAC86D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Google Shape;1398;p40">
              <a:extLst>
                <a:ext uri="{FF2B5EF4-FFF2-40B4-BE49-F238E27FC236}">
                  <a16:creationId xmlns:a16="http://schemas.microsoft.com/office/drawing/2014/main" id="{15EE9D3C-99FF-D681-264E-DD0FF66C7934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399" name="Google Shape;1399;p40">
            <a:extLst>
              <a:ext uri="{FF2B5EF4-FFF2-40B4-BE49-F238E27FC236}">
                <a16:creationId xmlns:a16="http://schemas.microsoft.com/office/drawing/2014/main" id="{0DF2D2AA-906F-70E7-CC6B-C7295653BA1F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 l="22009" r="18455"/>
          <a:stretch/>
        </p:blipFill>
        <p:spPr>
          <a:xfrm rot="1203247">
            <a:off x="1616204" y="3965720"/>
            <a:ext cx="903665" cy="85381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feld 3">
            <a:extLst>
              <a:ext uri="{FF2B5EF4-FFF2-40B4-BE49-F238E27FC236}">
                <a16:creationId xmlns:a16="http://schemas.microsoft.com/office/drawing/2014/main" id="{FC524E76-77B5-F6AB-5F56-F5DD1CE4F33C}"/>
              </a:ext>
            </a:extLst>
          </p:cNvPr>
          <p:cNvSpPr txBox="1"/>
          <p:nvPr/>
        </p:nvSpPr>
        <p:spPr>
          <a:xfrm>
            <a:off x="720000" y="3266264"/>
            <a:ext cx="57953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tx1"/>
                </a:solidFill>
                <a:latin typeface="Montserrat" panose="00000500000000000000" pitchFamily="2" charset="0"/>
              </a:rPr>
              <a:t>Analyse und Bewertung der erzielten Ergebnisse</a:t>
            </a:r>
          </a:p>
        </p:txBody>
      </p:sp>
    </p:spTree>
    <p:extLst>
      <p:ext uri="{BB962C8B-B14F-4D97-AF65-F5344CB8AC3E}">
        <p14:creationId xmlns:p14="http://schemas.microsoft.com/office/powerpoint/2010/main" val="10133601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4" name="Google Shape;1404;p41"/>
          <p:cNvPicPr preferRelativeResize="0"/>
          <p:nvPr/>
        </p:nvPicPr>
        <p:blipFill rotWithShape="1">
          <a:blip r:embed="rId3">
            <a:alphaModFix/>
          </a:blip>
          <a:srcRect l="26806" t="7660" r="25401" b="5390"/>
          <a:stretch/>
        </p:blipFill>
        <p:spPr>
          <a:xfrm>
            <a:off x="7219350" y="2823400"/>
            <a:ext cx="1739952" cy="17806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5" name="Google Shape;1405;p41"/>
          <p:cNvPicPr preferRelativeResize="0"/>
          <p:nvPr/>
        </p:nvPicPr>
        <p:blipFill rotWithShape="1">
          <a:blip r:embed="rId4">
            <a:alphaModFix/>
          </a:blip>
          <a:srcRect l="18647" t="7960" r="8852" b="8336"/>
          <a:stretch/>
        </p:blipFill>
        <p:spPr>
          <a:xfrm rot="-1152297">
            <a:off x="7181325" y="246575"/>
            <a:ext cx="1647827" cy="1070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6" name="Google Shape;1406;p41"/>
          <p:cNvPicPr preferRelativeResize="0"/>
          <p:nvPr/>
        </p:nvPicPr>
        <p:blipFill rotWithShape="1">
          <a:blip r:embed="rId5">
            <a:alphaModFix/>
          </a:blip>
          <a:srcRect l="15236" r="10474"/>
          <a:stretch/>
        </p:blipFill>
        <p:spPr>
          <a:xfrm rot="1220421">
            <a:off x="408399" y="3540122"/>
            <a:ext cx="1552575" cy="1390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7" name="Google Shape;1407;p41"/>
          <p:cNvPicPr preferRelativeResize="0"/>
          <p:nvPr/>
        </p:nvPicPr>
        <p:blipFill rotWithShape="1">
          <a:blip r:embed="rId6">
            <a:alphaModFix/>
          </a:blip>
          <a:srcRect l="22009" r="18455"/>
          <a:stretch/>
        </p:blipFill>
        <p:spPr>
          <a:xfrm rot="3321565">
            <a:off x="7376838" y="2871512"/>
            <a:ext cx="652200" cy="61622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08" name="Google Shape;1408;p41"/>
          <p:cNvGrpSpPr/>
          <p:nvPr/>
        </p:nvGrpSpPr>
        <p:grpSpPr>
          <a:xfrm>
            <a:off x="1241825" y="3080475"/>
            <a:ext cx="76825" cy="76800"/>
            <a:chOff x="3104875" y="1099400"/>
            <a:chExt cx="76825" cy="76800"/>
          </a:xfrm>
        </p:grpSpPr>
        <p:sp>
          <p:nvSpPr>
            <p:cNvPr id="1409" name="Google Shape;1409;p41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Google Shape;1410;p41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11" name="Google Shape;1411;p41"/>
          <p:cNvGrpSpPr/>
          <p:nvPr/>
        </p:nvGrpSpPr>
        <p:grpSpPr>
          <a:xfrm>
            <a:off x="4870450" y="743250"/>
            <a:ext cx="76825" cy="76800"/>
            <a:chOff x="3104875" y="1099400"/>
            <a:chExt cx="76825" cy="76800"/>
          </a:xfrm>
        </p:grpSpPr>
        <p:sp>
          <p:nvSpPr>
            <p:cNvPr id="1412" name="Google Shape;1412;p41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Google Shape;1413;p41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14" name="Google Shape;1414;p41"/>
          <p:cNvGrpSpPr/>
          <p:nvPr/>
        </p:nvGrpSpPr>
        <p:grpSpPr>
          <a:xfrm>
            <a:off x="8200950" y="2377875"/>
            <a:ext cx="76825" cy="76800"/>
            <a:chOff x="3104875" y="1099400"/>
            <a:chExt cx="76825" cy="76800"/>
          </a:xfrm>
        </p:grpSpPr>
        <p:sp>
          <p:nvSpPr>
            <p:cNvPr id="1415" name="Google Shape;1415;p41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Google Shape;1416;p41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Textfeld 1">
            <a:extLst>
              <a:ext uri="{FF2B5EF4-FFF2-40B4-BE49-F238E27FC236}">
                <a16:creationId xmlns:a16="http://schemas.microsoft.com/office/drawing/2014/main" id="{72D760B8-02F0-B701-6B02-D5702995B93F}"/>
              </a:ext>
            </a:extLst>
          </p:cNvPr>
          <p:cNvSpPr txBox="1"/>
          <p:nvPr/>
        </p:nvSpPr>
        <p:spPr>
          <a:xfrm>
            <a:off x="2424545" y="2156251"/>
            <a:ext cx="429490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4800" b="1" dirty="0">
                <a:solidFill>
                  <a:schemeClr val="tx1"/>
                </a:solidFill>
                <a:latin typeface="Montserrat" panose="00000500000000000000" pitchFamily="2" charset="0"/>
              </a:rPr>
              <a:t>Vorstellung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4">
          <a:extLst>
            <a:ext uri="{FF2B5EF4-FFF2-40B4-BE49-F238E27FC236}">
              <a16:creationId xmlns:a16="http://schemas.microsoft.com/office/drawing/2014/main" id="{B99A5E48-11D9-64D3-BE8F-FDF788BC19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21" name="Google Shape;1621;p47">
            <a:extLst>
              <a:ext uri="{FF2B5EF4-FFF2-40B4-BE49-F238E27FC236}">
                <a16:creationId xmlns:a16="http://schemas.microsoft.com/office/drawing/2014/main" id="{ABA00281-4D8D-4862-6F42-47756B896BBF}"/>
              </a:ext>
            </a:extLst>
          </p:cNvPr>
          <p:cNvGrpSpPr/>
          <p:nvPr/>
        </p:nvGrpSpPr>
        <p:grpSpPr>
          <a:xfrm>
            <a:off x="372531" y="4549142"/>
            <a:ext cx="76825" cy="76800"/>
            <a:chOff x="3104875" y="1099400"/>
            <a:chExt cx="76825" cy="76800"/>
          </a:xfrm>
        </p:grpSpPr>
        <p:sp>
          <p:nvSpPr>
            <p:cNvPr id="1622" name="Google Shape;1622;p47">
              <a:extLst>
                <a:ext uri="{FF2B5EF4-FFF2-40B4-BE49-F238E27FC236}">
                  <a16:creationId xmlns:a16="http://schemas.microsoft.com/office/drawing/2014/main" id="{BFD33A8A-2456-9AEB-7059-193CE93B883E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3" name="Google Shape;1623;p47">
              <a:extLst>
                <a:ext uri="{FF2B5EF4-FFF2-40B4-BE49-F238E27FC236}">
                  <a16:creationId xmlns:a16="http://schemas.microsoft.com/office/drawing/2014/main" id="{00485AD7-731F-70C3-B775-C0D094740999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24" name="Google Shape;1624;p47">
            <a:extLst>
              <a:ext uri="{FF2B5EF4-FFF2-40B4-BE49-F238E27FC236}">
                <a16:creationId xmlns:a16="http://schemas.microsoft.com/office/drawing/2014/main" id="{057D48BA-0EF0-8959-7342-2128FA8DEFB5}"/>
              </a:ext>
            </a:extLst>
          </p:cNvPr>
          <p:cNvGrpSpPr/>
          <p:nvPr/>
        </p:nvGrpSpPr>
        <p:grpSpPr>
          <a:xfrm>
            <a:off x="6199150" y="861750"/>
            <a:ext cx="76825" cy="76800"/>
            <a:chOff x="3104875" y="1099400"/>
            <a:chExt cx="76825" cy="76800"/>
          </a:xfrm>
        </p:grpSpPr>
        <p:sp>
          <p:nvSpPr>
            <p:cNvPr id="1625" name="Google Shape;1625;p47">
              <a:extLst>
                <a:ext uri="{FF2B5EF4-FFF2-40B4-BE49-F238E27FC236}">
                  <a16:creationId xmlns:a16="http://schemas.microsoft.com/office/drawing/2014/main" id="{41C33D36-A481-DF0E-133D-F912B854795D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6" name="Google Shape;1626;p47">
              <a:extLst>
                <a:ext uri="{FF2B5EF4-FFF2-40B4-BE49-F238E27FC236}">
                  <a16:creationId xmlns:a16="http://schemas.microsoft.com/office/drawing/2014/main" id="{6E37B37D-68F2-92BC-BEB4-EA7E915C03B8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27" name="Google Shape;1627;p47">
            <a:extLst>
              <a:ext uri="{FF2B5EF4-FFF2-40B4-BE49-F238E27FC236}">
                <a16:creationId xmlns:a16="http://schemas.microsoft.com/office/drawing/2014/main" id="{82FEB932-089D-7F1C-AAC9-02A5F2CBB561}"/>
              </a:ext>
            </a:extLst>
          </p:cNvPr>
          <p:cNvGrpSpPr/>
          <p:nvPr/>
        </p:nvGrpSpPr>
        <p:grpSpPr>
          <a:xfrm>
            <a:off x="7823013" y="3685825"/>
            <a:ext cx="76825" cy="76800"/>
            <a:chOff x="3104875" y="1099400"/>
            <a:chExt cx="76825" cy="76800"/>
          </a:xfrm>
        </p:grpSpPr>
        <p:sp>
          <p:nvSpPr>
            <p:cNvPr id="1628" name="Google Shape;1628;p47">
              <a:extLst>
                <a:ext uri="{FF2B5EF4-FFF2-40B4-BE49-F238E27FC236}">
                  <a16:creationId xmlns:a16="http://schemas.microsoft.com/office/drawing/2014/main" id="{608C6A7F-23C7-A548-71EB-2799F2B13553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9" name="Google Shape;1629;p47">
              <a:extLst>
                <a:ext uri="{FF2B5EF4-FFF2-40B4-BE49-F238E27FC236}">
                  <a16:creationId xmlns:a16="http://schemas.microsoft.com/office/drawing/2014/main" id="{940BAE85-F41E-CC21-721B-1A985508EAA4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630" name="Google Shape;1630;p47">
            <a:extLst>
              <a:ext uri="{FF2B5EF4-FFF2-40B4-BE49-F238E27FC236}">
                <a16:creationId xmlns:a16="http://schemas.microsoft.com/office/drawing/2014/main" id="{41520D5C-4915-084B-C9B2-ECC48458DD0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24331" t="5721" r="23342" b="4591"/>
          <a:stretch/>
        </p:blipFill>
        <p:spPr>
          <a:xfrm rot="2268302">
            <a:off x="6932737" y="4799"/>
            <a:ext cx="1857374" cy="1790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1" name="Google Shape;1631;p47">
            <a:extLst>
              <a:ext uri="{FF2B5EF4-FFF2-40B4-BE49-F238E27FC236}">
                <a16:creationId xmlns:a16="http://schemas.microsoft.com/office/drawing/2014/main" id="{CC5CCAE5-CFD3-8FD9-1BD5-D1E8ABFCF80D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15236" r="10474"/>
          <a:stretch/>
        </p:blipFill>
        <p:spPr>
          <a:xfrm rot="-6939186">
            <a:off x="6623786" y="554667"/>
            <a:ext cx="1320683" cy="11831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2" name="Google Shape;1632;p47">
            <a:extLst>
              <a:ext uri="{FF2B5EF4-FFF2-40B4-BE49-F238E27FC236}">
                <a16:creationId xmlns:a16="http://schemas.microsoft.com/office/drawing/2014/main" id="{6A8648DE-A3DE-9C57-ACA0-41DB37B47F9B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l="22009" r="18455"/>
          <a:stretch/>
        </p:blipFill>
        <p:spPr>
          <a:xfrm rot="1203247">
            <a:off x="1065060" y="4160637"/>
            <a:ext cx="903665" cy="8538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3" name="Google Shape;1633;p47">
            <a:extLst>
              <a:ext uri="{FF2B5EF4-FFF2-40B4-BE49-F238E27FC236}">
                <a16:creationId xmlns:a16="http://schemas.microsoft.com/office/drawing/2014/main" id="{C7FC3BDF-85EF-F25B-9044-CD9E96307B3B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 l="18647" t="7960" r="8852" b="8336"/>
          <a:stretch/>
        </p:blipFill>
        <p:spPr>
          <a:xfrm rot="-1406513">
            <a:off x="6056860" y="3472212"/>
            <a:ext cx="1175233" cy="76322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98C03AD9-ED3F-85EC-0A0A-BFBAC2E80C32}"/>
              </a:ext>
            </a:extLst>
          </p:cNvPr>
          <p:cNvSpPr txBox="1"/>
          <p:nvPr/>
        </p:nvSpPr>
        <p:spPr>
          <a:xfrm>
            <a:off x="808462" y="506175"/>
            <a:ext cx="476527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200" b="1" dirty="0">
                <a:solidFill>
                  <a:schemeClr val="accent6"/>
                </a:solidFill>
                <a:latin typeface="Montserrat" panose="00000500000000000000" pitchFamily="2" charset="0"/>
              </a:rPr>
              <a:t>Ausblick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9639757B-1FFD-73F4-701F-B3C225798AD6}"/>
              </a:ext>
            </a:extLst>
          </p:cNvPr>
          <p:cNvSpPr txBox="1"/>
          <p:nvPr/>
        </p:nvSpPr>
        <p:spPr>
          <a:xfrm>
            <a:off x="1513163" y="1670407"/>
            <a:ext cx="4440383" cy="21834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●"/>
            </a:pPr>
            <a:r>
              <a:rPr lang="de-DE" dirty="0">
                <a:solidFill>
                  <a:schemeClr val="tx1"/>
                </a:solidFill>
                <a:latin typeface="Montserrat" panose="00000500000000000000" pitchFamily="2" charset="0"/>
              </a:rPr>
              <a:t>Erweiterung des Datensatzes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●"/>
            </a:pPr>
            <a:r>
              <a:rPr lang="de-DE" dirty="0">
                <a:solidFill>
                  <a:schemeClr val="tx1"/>
                </a:solidFill>
                <a:latin typeface="Montserrat" panose="00000500000000000000" pitchFamily="2" charset="0"/>
              </a:rPr>
              <a:t>Maschine Learning implementieren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●"/>
            </a:pPr>
            <a:r>
              <a:rPr lang="de-DE" dirty="0">
                <a:solidFill>
                  <a:schemeClr val="tx1"/>
                </a:solidFill>
                <a:latin typeface="Montserrat" panose="00000500000000000000" pitchFamily="2" charset="0"/>
              </a:rPr>
              <a:t>Echtzeitprüfung während der Produktion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●"/>
            </a:pPr>
            <a:r>
              <a:rPr lang="de-DE" dirty="0">
                <a:solidFill>
                  <a:schemeClr val="tx1"/>
                </a:solidFill>
                <a:latin typeface="Montserrat" panose="00000500000000000000" pitchFamily="2" charset="0"/>
              </a:rPr>
              <a:t>Erkennung zusätzlicher Fehlerarten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●"/>
            </a:pPr>
            <a:r>
              <a:rPr lang="de-DE" dirty="0">
                <a:solidFill>
                  <a:schemeClr val="tx1"/>
                </a:solidFill>
                <a:latin typeface="Montserrat" panose="00000500000000000000" pitchFamily="2" charset="0"/>
              </a:rPr>
              <a:t>Aussortierungsmechanismus bauen</a:t>
            </a:r>
          </a:p>
        </p:txBody>
      </p:sp>
    </p:spTree>
    <p:extLst>
      <p:ext uri="{BB962C8B-B14F-4D97-AF65-F5344CB8AC3E}">
        <p14:creationId xmlns:p14="http://schemas.microsoft.com/office/powerpoint/2010/main" val="27439107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6" name="Google Shape;1596;p46"/>
          <p:cNvPicPr preferRelativeResize="0"/>
          <p:nvPr/>
        </p:nvPicPr>
        <p:blipFill rotWithShape="1">
          <a:blip r:embed="rId3">
            <a:alphaModFix/>
          </a:blip>
          <a:srcRect l="25537" t="7152" r="23467" b="5838"/>
          <a:stretch/>
        </p:blipFill>
        <p:spPr>
          <a:xfrm>
            <a:off x="4099849" y="-381863"/>
            <a:ext cx="1920000" cy="1842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7" name="Google Shape;1597;p46"/>
          <p:cNvPicPr preferRelativeResize="0"/>
          <p:nvPr/>
        </p:nvPicPr>
        <p:blipFill rotWithShape="1">
          <a:blip r:embed="rId4">
            <a:alphaModFix/>
          </a:blip>
          <a:srcRect l="15236" r="10474"/>
          <a:stretch/>
        </p:blipFill>
        <p:spPr>
          <a:xfrm rot="-6939188">
            <a:off x="603297" y="3412299"/>
            <a:ext cx="1552576" cy="1390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8" name="Google Shape;1598;p46"/>
          <p:cNvPicPr preferRelativeResize="0"/>
          <p:nvPr/>
        </p:nvPicPr>
        <p:blipFill rotWithShape="1">
          <a:blip r:embed="rId5">
            <a:alphaModFix/>
          </a:blip>
          <a:srcRect l="22009" r="18455"/>
          <a:stretch/>
        </p:blipFill>
        <p:spPr>
          <a:xfrm rot="1203247">
            <a:off x="3711104" y="521270"/>
            <a:ext cx="903665" cy="8538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9" name="Google Shape;1599;p46"/>
          <p:cNvPicPr preferRelativeResize="0"/>
          <p:nvPr/>
        </p:nvPicPr>
        <p:blipFill rotWithShape="1">
          <a:blip r:embed="rId6">
            <a:alphaModFix/>
          </a:blip>
          <a:srcRect l="18647" t="7960" r="8852" b="8336"/>
          <a:stretch/>
        </p:blipFill>
        <p:spPr>
          <a:xfrm rot="-1406513">
            <a:off x="7152235" y="3461350"/>
            <a:ext cx="1175233" cy="76322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02" name="Google Shape;1602;p46"/>
          <p:cNvGrpSpPr/>
          <p:nvPr/>
        </p:nvGrpSpPr>
        <p:grpSpPr>
          <a:xfrm>
            <a:off x="2447900" y="1156975"/>
            <a:ext cx="76825" cy="76800"/>
            <a:chOff x="3104875" y="1099400"/>
            <a:chExt cx="76825" cy="76800"/>
          </a:xfrm>
        </p:grpSpPr>
        <p:sp>
          <p:nvSpPr>
            <p:cNvPr id="1603" name="Google Shape;1603;p46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4" name="Google Shape;1604;p46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05" name="Google Shape;1605;p46"/>
          <p:cNvGrpSpPr/>
          <p:nvPr/>
        </p:nvGrpSpPr>
        <p:grpSpPr>
          <a:xfrm>
            <a:off x="4889800" y="4015138"/>
            <a:ext cx="76825" cy="76800"/>
            <a:chOff x="3104875" y="1099400"/>
            <a:chExt cx="76825" cy="76800"/>
          </a:xfrm>
        </p:grpSpPr>
        <p:sp>
          <p:nvSpPr>
            <p:cNvPr id="1606" name="Google Shape;1606;p46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7" name="Google Shape;1607;p46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08" name="Google Shape;1608;p46"/>
          <p:cNvGrpSpPr/>
          <p:nvPr/>
        </p:nvGrpSpPr>
        <p:grpSpPr>
          <a:xfrm>
            <a:off x="6434350" y="909775"/>
            <a:ext cx="76825" cy="76800"/>
            <a:chOff x="3104875" y="1099400"/>
            <a:chExt cx="76825" cy="76800"/>
          </a:xfrm>
        </p:grpSpPr>
        <p:sp>
          <p:nvSpPr>
            <p:cNvPr id="1609" name="Google Shape;1609;p46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0" name="Google Shape;1610;p46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Textfeld 1">
            <a:extLst>
              <a:ext uri="{FF2B5EF4-FFF2-40B4-BE49-F238E27FC236}">
                <a16:creationId xmlns:a16="http://schemas.microsoft.com/office/drawing/2014/main" id="{DE9F0D7E-832F-ADAD-C17C-0E2AC3FB9CDA}"/>
              </a:ext>
            </a:extLst>
          </p:cNvPr>
          <p:cNvSpPr txBox="1"/>
          <p:nvPr/>
        </p:nvSpPr>
        <p:spPr>
          <a:xfrm>
            <a:off x="1541318" y="1848475"/>
            <a:ext cx="606136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4400" b="1" dirty="0">
                <a:solidFill>
                  <a:schemeClr val="tx1"/>
                </a:solidFill>
                <a:latin typeface="Montserrat" panose="00000500000000000000" pitchFamily="2" charset="0"/>
              </a:rPr>
              <a:t>Vielen Dank für die Aufmerksamkeit!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rtificial Intelligence (AI) Technology Consulting by Slidesgo">
  <a:themeElements>
    <a:clrScheme name="Simple Light">
      <a:dk1>
        <a:srgbClr val="FFFFFF"/>
      </a:dk1>
      <a:lt1>
        <a:srgbClr val="032138"/>
      </a:lt1>
      <a:dk2>
        <a:srgbClr val="6995D9"/>
      </a:dk2>
      <a:lt2>
        <a:srgbClr val="002E8A"/>
      </a:lt2>
      <a:accent1>
        <a:srgbClr val="00FB87"/>
      </a:accent1>
      <a:accent2>
        <a:srgbClr val="00CCAC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332</Words>
  <Application>Microsoft Office PowerPoint</Application>
  <PresentationFormat>Bildschirmpräsentation (16:9)</PresentationFormat>
  <Paragraphs>88</Paragraphs>
  <Slides>20</Slides>
  <Notes>20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20</vt:i4>
      </vt:variant>
    </vt:vector>
  </HeadingPairs>
  <TitlesOfParts>
    <vt:vector size="27" baseType="lpstr">
      <vt:lpstr>Montserrat</vt:lpstr>
      <vt:lpstr>Arial</vt:lpstr>
      <vt:lpstr>Bebas Neue</vt:lpstr>
      <vt:lpstr>Montserrat Black</vt:lpstr>
      <vt:lpstr>PT Sans</vt:lpstr>
      <vt:lpstr>Anaheim</vt:lpstr>
      <vt:lpstr>Artificial Intelligence (AI) Technology Consulting by Slidesgo</vt:lpstr>
      <vt:lpstr>Mobile Bildverarbeitung zur Fehlererkennung und  -klassifizierung in der Produktion</vt:lpstr>
      <vt:lpstr>Gliederung</vt:lpstr>
      <vt:lpstr>01</vt:lpstr>
      <vt:lpstr>PowerPoint-Präsentation</vt:lpstr>
      <vt:lpstr>PowerPoint-Präsentation</vt:lpstr>
      <vt:lpstr>PowerPoint-Präsentation</vt:lpstr>
      <vt:lpstr>Was ist ”YOLO”</vt:lpstr>
      <vt:lpstr>02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03</vt:lpstr>
      <vt:lpstr>PowerPoint-Präsentation</vt:lpstr>
      <vt:lpstr>PowerPoint-Präsentation</vt:lpstr>
      <vt:lpstr>04</vt:lpstr>
      <vt:lpstr>PowerPoint-Präsentation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Mobile Bildverarbeitung zur Fehlererkennung und  -klassifizierung in der Produktion</dc:title>
  <dc:creator>Noel Sappeck</dc:creator>
  <cp:lastModifiedBy>Steffen Klingberg</cp:lastModifiedBy>
  <cp:revision>36</cp:revision>
  <dcterms:modified xsi:type="dcterms:W3CDTF">2026-04-01T11:14:47Z</dcterms:modified>
</cp:coreProperties>
</file>